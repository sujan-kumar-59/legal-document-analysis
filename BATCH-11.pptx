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Default Extension="wdp" ContentType="image/vnd.ms-photo"/>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theme/theme4.xml" ContentType="application/vnd.openxmlformats-officedocument.theme+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3" r:id="rId1"/>
    <p:sldMasterId id="2147483869" r:id="rId2"/>
  </p:sldMasterIdLst>
  <p:notesMasterIdLst>
    <p:notesMasterId r:id="rId11"/>
  </p:notesMasterIdLst>
  <p:handoutMasterIdLst>
    <p:handoutMasterId r:id="rId12"/>
  </p:handoutMasterIdLst>
  <p:sldIdLst>
    <p:sldId id="361" r:id="rId3"/>
    <p:sldId id="362" r:id="rId4"/>
    <p:sldId id="363" r:id="rId5"/>
    <p:sldId id="365" r:id="rId6"/>
    <p:sldId id="364" r:id="rId7"/>
    <p:sldId id="382" r:id="rId8"/>
    <p:sldId id="378" r:id="rId9"/>
    <p:sldId id="384" r:id="rId1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xmlns="">
        <p14:section name="Default Section" id="{B3CC09A4-5C1F-490D-BC42-456C5E794591}">
          <p14:sldIdLst>
            <p14:sldId id="361"/>
            <p14:sldId id="362"/>
            <p14:sldId id="421"/>
            <p14:sldId id="363"/>
            <p14:sldId id="365"/>
            <p14:sldId id="364"/>
            <p14:sldId id="366"/>
            <p14:sldId id="367"/>
            <p14:sldId id="368"/>
            <p14:sldId id="369"/>
            <p14:sldId id="382"/>
            <p14:sldId id="383"/>
            <p14:sldId id="384"/>
            <p14:sldId id="370"/>
            <p14:sldId id="371"/>
            <p14:sldId id="378"/>
            <p14:sldId id="379"/>
            <p14:sldId id="387"/>
            <p14:sldId id="386"/>
            <p14:sldId id="391"/>
            <p14:sldId id="392"/>
            <p14:sldId id="420"/>
            <p14:sldId id="396"/>
            <p14:sldId id="400"/>
            <p14:sldId id="399"/>
            <p14:sldId id="401"/>
            <p14:sldId id="397"/>
            <p14:sldId id="402"/>
            <p14:sldId id="395"/>
            <p14:sldId id="403"/>
            <p14:sldId id="398"/>
            <p14:sldId id="404"/>
            <p14:sldId id="405"/>
            <p14:sldId id="406"/>
            <p14:sldId id="407"/>
            <p14:sldId id="414"/>
            <p14:sldId id="408"/>
            <p14:sldId id="415"/>
            <p14:sldId id="416"/>
            <p14:sldId id="409"/>
            <p14:sldId id="418"/>
            <p14:sldId id="419"/>
            <p14:sldId id="410"/>
            <p14:sldId id="411"/>
            <p14:sldId id="412"/>
            <p14:sldId id="381"/>
            <p14:sldId id="413"/>
            <p14:sldId id="394"/>
            <p14:sldId id="389"/>
          </p14:sldIdLst>
        </p14:section>
      </p14:sectionLst>
    </p:ex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37691"/>
    <a:srgbClr val="BD582C"/>
    <a:srgbClr val="FF33CC"/>
    <a:srgbClr val="000099"/>
    <a:srgbClr val="FF0066"/>
    <a:srgbClr val="0033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20428" autoAdjust="0"/>
    <p:restoredTop sz="94660"/>
  </p:normalViewPr>
  <p:slideViewPr>
    <p:cSldViewPr snapToGrid="0">
      <p:cViewPr varScale="1">
        <p:scale>
          <a:sx n="81" d="100"/>
          <a:sy n="81" d="100"/>
        </p:scale>
        <p:origin x="-78" y="-14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3AF507B6-1F50-002C-1712-97869D7DC37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BATCH 3</a:t>
            </a:r>
          </a:p>
        </p:txBody>
      </p:sp>
      <p:sp>
        <p:nvSpPr>
          <p:cNvPr id="3" name="Date Placeholder 2">
            <a:extLst>
              <a:ext uri="{FF2B5EF4-FFF2-40B4-BE49-F238E27FC236}">
                <a16:creationId xmlns:a16="http://schemas.microsoft.com/office/drawing/2014/main" xmlns="" id="{47C41200-A6FC-0EFD-5242-1B0718A468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905171-5D3E-444C-9B28-31DF3900514F}" type="datetimeFigureOut">
              <a:rPr lang="en-US" smtClean="0"/>
              <a:pPr/>
              <a:t>1/30/2026</a:t>
            </a:fld>
            <a:endParaRPr lang="en-US"/>
          </a:p>
        </p:txBody>
      </p:sp>
      <p:sp>
        <p:nvSpPr>
          <p:cNvPr id="4" name="Footer Placeholder 3">
            <a:extLst>
              <a:ext uri="{FF2B5EF4-FFF2-40B4-BE49-F238E27FC236}">
                <a16:creationId xmlns:a16="http://schemas.microsoft.com/office/drawing/2014/main" xmlns="" id="{22D34B09-26E2-D931-F115-DC7EEF52B96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xmlns="" id="{E54F5C0F-96A0-58F5-6A20-539B4FFD266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F028B1B-03F0-4BC7-84AE-D91E9DAD5C49}" type="slidenum">
              <a:rPr lang="en-US" smtClean="0"/>
              <a:pPr/>
              <a:t>‹#›</a:t>
            </a:fld>
            <a:endParaRPr lang="en-US"/>
          </a:p>
        </p:txBody>
      </p:sp>
    </p:spTree>
    <p:extLst>
      <p:ext uri="{BB962C8B-B14F-4D97-AF65-F5344CB8AC3E}">
        <p14:creationId xmlns:p14="http://schemas.microsoft.com/office/powerpoint/2010/main" xmlns="" val="196270581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BATCH 3</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013875-9EF5-4D1A-8D1B-7557B4F2DD82}" type="datetimeFigureOut">
              <a:rPr lang="en-US" smtClean="0"/>
              <a:pPr/>
              <a:t>1/30/2026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AB1533-7305-4344-B213-94C8F26D9578}" type="slidenum">
              <a:rPr lang="en-US" smtClean="0"/>
              <a:pPr/>
              <a:t>‹#›</a:t>
            </a:fld>
            <a:endParaRPr lang="en-US"/>
          </a:p>
        </p:txBody>
      </p:sp>
    </p:spTree>
    <p:extLst>
      <p:ext uri="{BB962C8B-B14F-4D97-AF65-F5344CB8AC3E}">
        <p14:creationId xmlns:p14="http://schemas.microsoft.com/office/powerpoint/2010/main" xmlns="" val="336900641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xmlns="" val="2863790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bit.ly/2TtBDfr" TargetMode="External"/><Relationship Id="rId2" Type="http://schemas.openxmlformats.org/officeDocument/2006/relationships/hyperlink" Target="https://bit.ly/3A1uf1Q" TargetMode="External"/><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p:nvPr/>
        </p:nvSpPr>
        <p:spPr>
          <a:xfrm>
            <a:off x="3296576" y="-63867"/>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 name="Google Shape;10;p2"/>
          <p:cNvSpPr/>
          <p:nvPr/>
        </p:nvSpPr>
        <p:spPr>
          <a:xfrm rot="-5400000">
            <a:off x="8862582"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 name="Google Shape;11;p2"/>
          <p:cNvSpPr/>
          <p:nvPr/>
        </p:nvSpPr>
        <p:spPr>
          <a:xfrm flipH="1">
            <a:off x="44"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 name="Google Shape;12;p2"/>
          <p:cNvGrpSpPr/>
          <p:nvPr/>
        </p:nvGrpSpPr>
        <p:grpSpPr>
          <a:xfrm rot="10800000" flipH="1">
            <a:off x="-820241" y="5667358"/>
            <a:ext cx="1816681" cy="1943937"/>
            <a:chOff x="1141181" y="262025"/>
            <a:chExt cx="4067198" cy="4352099"/>
          </a:xfrm>
        </p:grpSpPr>
        <p:sp>
          <p:nvSpPr>
            <p:cNvPr id="13" name="Google Shape;13;p2"/>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 name="Google Shape;24;p2"/>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 name="Google Shape;25;p2"/>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6" name="Google Shape;26;p2"/>
          <p:cNvGrpSpPr/>
          <p:nvPr/>
        </p:nvGrpSpPr>
        <p:grpSpPr>
          <a:xfrm rot="4046899">
            <a:off x="-1078396" y="-1038827"/>
            <a:ext cx="2201992" cy="2306709"/>
            <a:chOff x="1511250" y="306000"/>
            <a:chExt cx="3756676" cy="3935328"/>
          </a:xfrm>
        </p:grpSpPr>
        <p:sp>
          <p:nvSpPr>
            <p:cNvPr id="27" name="Google Shape;27;p2"/>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2"/>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 name="Google Shape;33;p2"/>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 name="Google Shape;34;p2"/>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2"/>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36;p2"/>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37;p2"/>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2"/>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39;p2"/>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2"/>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2"/>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 name="Google Shape;42;p2"/>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 name="Google Shape;43;p2"/>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 name="Google Shape;44;p2"/>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 name="Google Shape;45;p2"/>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 name="Google Shape;46;p2"/>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2"/>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2"/>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2"/>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2"/>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2"/>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52;p2"/>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2"/>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2"/>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2"/>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2"/>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2"/>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2"/>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2"/>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60;p2"/>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1" name="Google Shape;61;p2"/>
          <p:cNvGrpSpPr/>
          <p:nvPr/>
        </p:nvGrpSpPr>
        <p:grpSpPr>
          <a:xfrm rot="1992157">
            <a:off x="11116211" y="5093633"/>
            <a:ext cx="2289999" cy="1948864"/>
            <a:chOff x="725975" y="529375"/>
            <a:chExt cx="4581126" cy="3898687"/>
          </a:xfrm>
        </p:grpSpPr>
        <p:sp>
          <p:nvSpPr>
            <p:cNvPr id="62" name="Google Shape;62;p2"/>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 name="Google Shape;63;p2"/>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 name="Google Shape;64;p2"/>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 name="Google Shape;65;p2"/>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 name="Google Shape;66;p2"/>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 name="Google Shape;67;p2"/>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 name="Google Shape;68;p2"/>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 name="Google Shape;69;p2"/>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 name="Google Shape;70;p2"/>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 name="Google Shape;71;p2"/>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 name="Google Shape;72;p2"/>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 name="Google Shape;73;p2"/>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 name="Google Shape;74;p2"/>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 name="Google Shape;75;p2"/>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 name="Google Shape;76;p2"/>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 name="Google Shape;77;p2"/>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 name="Google Shape;78;p2"/>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 name="Google Shape;79;p2"/>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 name="Google Shape;80;p2"/>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 name="Google Shape;81;p2"/>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 name="Google Shape;82;p2"/>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 name="Google Shape;83;p2"/>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2"/>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5" name="Google Shape;85;p2"/>
          <p:cNvSpPr txBox="1">
            <a:spLocks noGrp="1"/>
          </p:cNvSpPr>
          <p:nvPr>
            <p:ph type="ctrTitle"/>
          </p:nvPr>
        </p:nvSpPr>
        <p:spPr>
          <a:xfrm>
            <a:off x="967967" y="1483833"/>
            <a:ext cx="6362000" cy="28716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Clr>
                <a:schemeClr val="dk1"/>
              </a:buClr>
              <a:buSzPts val="5200"/>
              <a:buNone/>
              <a:defRPr sz="7733" b="1">
                <a:solidFill>
                  <a:schemeClr val="dk1"/>
                </a:solidFill>
                <a:latin typeface="Work Sans"/>
                <a:ea typeface="Work Sans"/>
                <a:cs typeface="Work Sans"/>
                <a:sym typeface="Work Sans"/>
              </a:defRPr>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86" name="Google Shape;86;p2"/>
          <p:cNvSpPr txBox="1">
            <a:spLocks noGrp="1"/>
          </p:cNvSpPr>
          <p:nvPr>
            <p:ph type="subTitle" idx="1"/>
          </p:nvPr>
        </p:nvSpPr>
        <p:spPr>
          <a:xfrm>
            <a:off x="967967" y="4445500"/>
            <a:ext cx="6362000" cy="6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2133">
                <a:solidFill>
                  <a:schemeClr val="dk1"/>
                </a:solidFill>
                <a:latin typeface="Inter"/>
                <a:ea typeface="Inter"/>
                <a:cs typeface="Inter"/>
                <a:sym typeface="Inter"/>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
        <p:nvSpPr>
          <p:cNvPr id="87" name="Google Shape;87;p2"/>
          <p:cNvSpPr/>
          <p:nvPr/>
        </p:nvSpPr>
        <p:spPr>
          <a:xfrm>
            <a:off x="1734285" y="347917"/>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8" name="Google Shape;88;p2"/>
          <p:cNvSpPr/>
          <p:nvPr/>
        </p:nvSpPr>
        <p:spPr>
          <a:xfrm>
            <a:off x="11787466" y="25425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9" name="Google Shape;89;p2"/>
          <p:cNvSpPr/>
          <p:nvPr/>
        </p:nvSpPr>
        <p:spPr>
          <a:xfrm>
            <a:off x="257332" y="2339218"/>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91556047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90"/>
        <p:cNvGrpSpPr/>
        <p:nvPr/>
      </p:nvGrpSpPr>
      <p:grpSpPr>
        <a:xfrm>
          <a:off x="0" y="0"/>
          <a:ext cx="0" cy="0"/>
          <a:chOff x="0" y="0"/>
          <a:chExt cx="0" cy="0"/>
        </a:xfrm>
      </p:grpSpPr>
      <p:sp>
        <p:nvSpPr>
          <p:cNvPr id="91" name="Google Shape;91;p3"/>
          <p:cNvSpPr/>
          <p:nvPr/>
        </p:nvSpPr>
        <p:spPr>
          <a:xfrm flipH="1">
            <a:off x="4994449" y="-63867"/>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2" name="Google Shape;92;p3"/>
          <p:cNvSpPr/>
          <p:nvPr/>
        </p:nvSpPr>
        <p:spPr>
          <a:xfrm rot="5400000" flipH="1">
            <a:off x="360288"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 name="Google Shape;93;p3"/>
          <p:cNvSpPr/>
          <p:nvPr/>
        </p:nvSpPr>
        <p:spPr>
          <a:xfrm>
            <a:off x="8702833"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94" name="Google Shape;94;p3"/>
          <p:cNvGrpSpPr/>
          <p:nvPr/>
        </p:nvGrpSpPr>
        <p:grpSpPr>
          <a:xfrm>
            <a:off x="-764707" y="-765910"/>
            <a:ext cx="1816681" cy="1943937"/>
            <a:chOff x="1141181" y="262025"/>
            <a:chExt cx="4067198" cy="4352099"/>
          </a:xfrm>
        </p:grpSpPr>
        <p:sp>
          <p:nvSpPr>
            <p:cNvPr id="95" name="Google Shape;95;p3"/>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 name="Google Shape;96;p3"/>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 name="Google Shape;97;p3"/>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 name="Google Shape;98;p3"/>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 name="Google Shape;99;p3"/>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 name="Google Shape;100;p3"/>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 name="Google Shape;101;p3"/>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 name="Google Shape;102;p3"/>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 name="Google Shape;103;p3"/>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 name="Google Shape;104;p3"/>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 name="Google Shape;105;p3"/>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 name="Google Shape;106;p3"/>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 name="Google Shape;107;p3"/>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8" name="Google Shape;108;p3"/>
          <p:cNvGrpSpPr/>
          <p:nvPr/>
        </p:nvGrpSpPr>
        <p:grpSpPr>
          <a:xfrm rot="6753101" flipH="1">
            <a:off x="-1108196" y="5485470"/>
            <a:ext cx="2201992" cy="2306709"/>
            <a:chOff x="1511250" y="306000"/>
            <a:chExt cx="3756676" cy="3935328"/>
          </a:xfrm>
        </p:grpSpPr>
        <p:sp>
          <p:nvSpPr>
            <p:cNvPr id="109" name="Google Shape;109;p3"/>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 name="Google Shape;110;p3"/>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 name="Google Shape;111;p3"/>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 name="Google Shape;112;p3"/>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 name="Google Shape;113;p3"/>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 name="Google Shape;114;p3"/>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 name="Google Shape;115;p3"/>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 name="Google Shape;116;p3"/>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 name="Google Shape;117;p3"/>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 name="Google Shape;118;p3"/>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 name="Google Shape;119;p3"/>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 name="Google Shape;120;p3"/>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 name="Google Shape;121;p3"/>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 name="Google Shape;122;p3"/>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3"/>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 name="Google Shape;124;p3"/>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 name="Google Shape;125;p3"/>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 name="Google Shape;126;p3"/>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3"/>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 name="Google Shape;128;p3"/>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 name="Google Shape;129;p3"/>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 name="Google Shape;130;p3"/>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1" name="Google Shape;131;p3"/>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 name="Google Shape;132;p3"/>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3"/>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 name="Google Shape;134;p3"/>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 name="Google Shape;135;p3"/>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 name="Google Shape;136;p3"/>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 name="Google Shape;137;p3"/>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 name="Google Shape;138;p3"/>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3"/>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 name="Google Shape;140;p3"/>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 name="Google Shape;141;p3"/>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 name="Google Shape;142;p3"/>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3" name="Google Shape;143;p3"/>
          <p:cNvGrpSpPr/>
          <p:nvPr/>
        </p:nvGrpSpPr>
        <p:grpSpPr>
          <a:xfrm rot="1992157">
            <a:off x="11088444" y="5532700"/>
            <a:ext cx="2289999" cy="1948864"/>
            <a:chOff x="725975" y="529375"/>
            <a:chExt cx="4581126" cy="3898687"/>
          </a:xfrm>
        </p:grpSpPr>
        <p:sp>
          <p:nvSpPr>
            <p:cNvPr id="144" name="Google Shape;144;p3"/>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 name="Google Shape;145;p3"/>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 name="Google Shape;146;p3"/>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 name="Google Shape;147;p3"/>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 name="Google Shape;148;p3"/>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9" name="Google Shape;149;p3"/>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0" name="Google Shape;150;p3"/>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 name="Google Shape;151;p3"/>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 name="Google Shape;152;p3"/>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 name="Google Shape;153;p3"/>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 name="Google Shape;154;p3"/>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 name="Google Shape;155;p3"/>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 name="Google Shape;156;p3"/>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 name="Google Shape;157;p3"/>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 name="Google Shape;158;p3"/>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 name="Google Shape;159;p3"/>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 name="Google Shape;160;p3"/>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 name="Google Shape;161;p3"/>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 name="Google Shape;162;p3"/>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 name="Google Shape;163;p3"/>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 name="Google Shape;164;p3"/>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 name="Google Shape;165;p3"/>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 name="Google Shape;166;p3"/>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7" name="Google Shape;167;p3"/>
          <p:cNvSpPr txBox="1">
            <a:spLocks noGrp="1"/>
          </p:cNvSpPr>
          <p:nvPr>
            <p:ph type="title"/>
          </p:nvPr>
        </p:nvSpPr>
        <p:spPr>
          <a:xfrm>
            <a:off x="960000" y="2904700"/>
            <a:ext cx="7168000" cy="14028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6667">
                <a:solidFill>
                  <a:schemeClr val="dk1"/>
                </a:solidFill>
              </a:defRPr>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68" name="Google Shape;168;p3"/>
          <p:cNvSpPr txBox="1">
            <a:spLocks noGrp="1"/>
          </p:cNvSpPr>
          <p:nvPr>
            <p:ph type="title" idx="2" hasCustomPrompt="1"/>
          </p:nvPr>
        </p:nvSpPr>
        <p:spPr>
          <a:xfrm>
            <a:off x="960000" y="1526636"/>
            <a:ext cx="1850800" cy="1377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69" name="Google Shape;169;p3"/>
          <p:cNvSpPr txBox="1">
            <a:spLocks noGrp="1"/>
          </p:cNvSpPr>
          <p:nvPr>
            <p:ph type="subTitle" idx="1"/>
          </p:nvPr>
        </p:nvSpPr>
        <p:spPr>
          <a:xfrm>
            <a:off x="960000" y="4634401"/>
            <a:ext cx="7168000" cy="5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algn="ctr" rtl="0">
              <a:lnSpc>
                <a:spcPct val="100000"/>
              </a:lnSpc>
              <a:spcBef>
                <a:spcPts val="2133"/>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70" name="Google Shape;170;p3"/>
          <p:cNvSpPr/>
          <p:nvPr/>
        </p:nvSpPr>
        <p:spPr>
          <a:xfrm>
            <a:off x="11641385" y="15736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1" name="Google Shape;171;p3"/>
          <p:cNvSpPr/>
          <p:nvPr/>
        </p:nvSpPr>
        <p:spPr>
          <a:xfrm>
            <a:off x="1779866" y="4198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347325207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39"/>
        <p:cNvGrpSpPr/>
        <p:nvPr/>
      </p:nvGrpSpPr>
      <p:grpSpPr>
        <a:xfrm>
          <a:off x="0" y="0"/>
          <a:ext cx="0" cy="0"/>
          <a:chOff x="0" y="0"/>
          <a:chExt cx="0" cy="0"/>
        </a:xfrm>
      </p:grpSpPr>
      <p:sp>
        <p:nvSpPr>
          <p:cNvPr id="240" name="Google Shape;240;p5"/>
          <p:cNvSpPr/>
          <p:nvPr/>
        </p:nvSpPr>
        <p:spPr>
          <a:xfrm>
            <a:off x="2165693" y="-67"/>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1" name="Google Shape;241;p5"/>
          <p:cNvSpPr/>
          <p:nvPr/>
        </p:nvSpPr>
        <p:spPr>
          <a:xfrm rot="-5400000">
            <a:off x="8862582"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2" name="Google Shape;242;p5"/>
          <p:cNvSpPr/>
          <p:nvPr/>
        </p:nvSpPr>
        <p:spPr>
          <a:xfrm flipH="1">
            <a:off x="44"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43" name="Google Shape;243;p5"/>
          <p:cNvGrpSpPr/>
          <p:nvPr/>
        </p:nvGrpSpPr>
        <p:grpSpPr>
          <a:xfrm rot="-6423465" flipH="1">
            <a:off x="-98654" y="-676259"/>
            <a:ext cx="1413140" cy="1632827"/>
            <a:chOff x="725975" y="580175"/>
            <a:chExt cx="3328618" cy="3846085"/>
          </a:xfrm>
        </p:grpSpPr>
        <p:sp>
          <p:nvSpPr>
            <p:cNvPr id="244" name="Google Shape;244;p5"/>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5"/>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6" name="Google Shape;246;p5"/>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7" name="Google Shape;247;p5"/>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8" name="Google Shape;248;p5"/>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9" name="Google Shape;249;p5"/>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0" name="Google Shape;250;p5"/>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1" name="Google Shape;251;p5"/>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2" name="Google Shape;252;p5"/>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3" name="Google Shape;253;p5"/>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4" name="Google Shape;254;p5"/>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5" name="Google Shape;255;p5"/>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6" name="Google Shape;256;p5"/>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57" name="Google Shape;257;p5"/>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58" name="Google Shape;258;p5"/>
          <p:cNvGrpSpPr/>
          <p:nvPr/>
        </p:nvGrpSpPr>
        <p:grpSpPr>
          <a:xfrm rot="-9502837" flipH="1">
            <a:off x="-211771" y="5854094"/>
            <a:ext cx="1482936" cy="1414663"/>
            <a:chOff x="936800" y="644000"/>
            <a:chExt cx="3397834" cy="3241401"/>
          </a:xfrm>
        </p:grpSpPr>
        <p:sp>
          <p:nvSpPr>
            <p:cNvPr id="259" name="Google Shape;259;p5"/>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0" name="Google Shape;260;p5"/>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5"/>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5"/>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5"/>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5"/>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5"/>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5"/>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5"/>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8" name="Google Shape;268;p5"/>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69" name="Google Shape;269;p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70" name="Google Shape;270;p5"/>
          <p:cNvSpPr txBox="1">
            <a:spLocks noGrp="1"/>
          </p:cNvSpPr>
          <p:nvPr>
            <p:ph type="subTitle" idx="1"/>
          </p:nvPr>
        </p:nvSpPr>
        <p:spPr>
          <a:xfrm>
            <a:off x="6787880" y="4996737"/>
            <a:ext cx="3276400" cy="82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71" name="Google Shape;271;p5"/>
          <p:cNvSpPr txBox="1">
            <a:spLocks noGrp="1"/>
          </p:cNvSpPr>
          <p:nvPr>
            <p:ph type="subTitle" idx="2"/>
          </p:nvPr>
        </p:nvSpPr>
        <p:spPr>
          <a:xfrm>
            <a:off x="2600884" y="4996604"/>
            <a:ext cx="3276400" cy="82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2133"/>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72" name="Google Shape;272;p5"/>
          <p:cNvSpPr txBox="1">
            <a:spLocks noGrp="1"/>
          </p:cNvSpPr>
          <p:nvPr>
            <p:ph type="subTitle" idx="3"/>
          </p:nvPr>
        </p:nvSpPr>
        <p:spPr>
          <a:xfrm>
            <a:off x="6787880" y="4633933"/>
            <a:ext cx="3276400" cy="52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273" name="Google Shape;273;p5"/>
          <p:cNvSpPr txBox="1">
            <a:spLocks noGrp="1"/>
          </p:cNvSpPr>
          <p:nvPr>
            <p:ph type="subTitle" idx="4"/>
          </p:nvPr>
        </p:nvSpPr>
        <p:spPr>
          <a:xfrm>
            <a:off x="2600884" y="4633800"/>
            <a:ext cx="3276400" cy="5208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274" name="Google Shape;274;p5"/>
          <p:cNvSpPr>
            <a:spLocks noGrp="1"/>
          </p:cNvSpPr>
          <p:nvPr>
            <p:ph type="pic" idx="5"/>
          </p:nvPr>
        </p:nvSpPr>
        <p:spPr>
          <a:xfrm rot="-235013">
            <a:off x="2676434" y="1967320"/>
            <a:ext cx="2283735" cy="2280569"/>
          </a:xfrm>
          <a:prstGeom prst="roundRect">
            <a:avLst>
              <a:gd name="adj" fmla="val 8664"/>
            </a:avLst>
          </a:prstGeom>
          <a:noFill/>
          <a:ln>
            <a:noFill/>
          </a:ln>
        </p:spPr>
      </p:sp>
      <p:sp>
        <p:nvSpPr>
          <p:cNvPr id="275" name="Google Shape;275;p5"/>
          <p:cNvSpPr>
            <a:spLocks noGrp="1"/>
          </p:cNvSpPr>
          <p:nvPr>
            <p:ph type="pic" idx="6"/>
          </p:nvPr>
        </p:nvSpPr>
        <p:spPr>
          <a:xfrm rot="163865">
            <a:off x="6840774" y="1967441"/>
            <a:ext cx="2283393" cy="2280179"/>
          </a:xfrm>
          <a:prstGeom prst="roundRect">
            <a:avLst>
              <a:gd name="adj" fmla="val 8664"/>
            </a:avLst>
          </a:prstGeom>
          <a:noFill/>
          <a:ln>
            <a:noFill/>
          </a:ln>
        </p:spPr>
      </p:sp>
      <p:grpSp>
        <p:nvGrpSpPr>
          <p:cNvPr id="276" name="Google Shape;276;p5"/>
          <p:cNvGrpSpPr/>
          <p:nvPr/>
        </p:nvGrpSpPr>
        <p:grpSpPr>
          <a:xfrm rot="-974512">
            <a:off x="10999219" y="6055828"/>
            <a:ext cx="1297228" cy="1103984"/>
            <a:chOff x="725975" y="529375"/>
            <a:chExt cx="4581126" cy="3898687"/>
          </a:xfrm>
        </p:grpSpPr>
        <p:sp>
          <p:nvSpPr>
            <p:cNvPr id="277" name="Google Shape;277;p5"/>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8" name="Google Shape;278;p5"/>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9" name="Google Shape;279;p5"/>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0" name="Google Shape;280;p5"/>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5"/>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5"/>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5"/>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4" name="Google Shape;284;p5"/>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5" name="Google Shape;285;p5"/>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6" name="Google Shape;286;p5"/>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7" name="Google Shape;287;p5"/>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8" name="Google Shape;288;p5"/>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9" name="Google Shape;289;p5"/>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0" name="Google Shape;290;p5"/>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1" name="Google Shape;291;p5"/>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2" name="Google Shape;292;p5"/>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3" name="Google Shape;293;p5"/>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4" name="Google Shape;294;p5"/>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5" name="Google Shape;295;p5"/>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6" name="Google Shape;296;p5"/>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7" name="Google Shape;297;p5"/>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8" name="Google Shape;298;p5"/>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9" name="Google Shape;299;p5"/>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00" name="Google Shape;300;p5"/>
          <p:cNvSpPr/>
          <p:nvPr/>
        </p:nvSpPr>
        <p:spPr>
          <a:xfrm>
            <a:off x="10085685" y="64369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1" name="Google Shape;301;p5"/>
          <p:cNvSpPr/>
          <p:nvPr/>
        </p:nvSpPr>
        <p:spPr>
          <a:xfrm>
            <a:off x="11724399" y="1214618"/>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2" name="Google Shape;302;p5"/>
          <p:cNvSpPr/>
          <p:nvPr/>
        </p:nvSpPr>
        <p:spPr>
          <a:xfrm>
            <a:off x="1639083" y="2066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03" name="Google Shape;303;p5"/>
          <p:cNvGrpSpPr/>
          <p:nvPr/>
        </p:nvGrpSpPr>
        <p:grpSpPr>
          <a:xfrm>
            <a:off x="11031502" y="-504539"/>
            <a:ext cx="1393660" cy="1289405"/>
            <a:chOff x="940201" y="467822"/>
            <a:chExt cx="4254149" cy="3935914"/>
          </a:xfrm>
        </p:grpSpPr>
        <p:sp>
          <p:nvSpPr>
            <p:cNvPr id="304" name="Google Shape;304;p5"/>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5" name="Google Shape;305;p5"/>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6" name="Google Shape;306;p5"/>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7" name="Google Shape;307;p5"/>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8" name="Google Shape;308;p5"/>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9" name="Google Shape;309;p5"/>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0" name="Google Shape;310;p5"/>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1" name="Google Shape;311;p5"/>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12" name="Google Shape;312;p5"/>
          <p:cNvSpPr/>
          <p:nvPr/>
        </p:nvSpPr>
        <p:spPr>
          <a:xfrm>
            <a:off x="253318" y="4849018"/>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3" name="Google Shape;313;p5"/>
          <p:cNvSpPr/>
          <p:nvPr/>
        </p:nvSpPr>
        <p:spPr>
          <a:xfrm rot="2029110" flipH="1">
            <a:off x="6733613" y="-913422"/>
            <a:ext cx="2618945" cy="1573055"/>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4" name="Google Shape;314;p5"/>
          <p:cNvSpPr/>
          <p:nvPr/>
        </p:nvSpPr>
        <p:spPr>
          <a:xfrm rot="8770890">
            <a:off x="2031146" y="6205011"/>
            <a:ext cx="2618945" cy="1573055"/>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315" name="Google Shape;315;p5"/>
          <p:cNvGrpSpPr/>
          <p:nvPr/>
        </p:nvGrpSpPr>
        <p:grpSpPr>
          <a:xfrm>
            <a:off x="11620962" y="4692366"/>
            <a:ext cx="349551" cy="708717"/>
            <a:chOff x="2322875" y="1049950"/>
            <a:chExt cx="1301705" cy="2640525"/>
          </a:xfrm>
        </p:grpSpPr>
        <p:sp>
          <p:nvSpPr>
            <p:cNvPr id="316" name="Google Shape;316;p5"/>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7" name="Google Shape;317;p5"/>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8" name="Google Shape;318;p5"/>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19" name="Google Shape;319;p5"/>
          <p:cNvGrpSpPr/>
          <p:nvPr/>
        </p:nvGrpSpPr>
        <p:grpSpPr>
          <a:xfrm>
            <a:off x="304629" y="1504583"/>
            <a:ext cx="349551" cy="708717"/>
            <a:chOff x="2322875" y="1049950"/>
            <a:chExt cx="1301705" cy="2640525"/>
          </a:xfrm>
        </p:grpSpPr>
        <p:sp>
          <p:nvSpPr>
            <p:cNvPr id="320" name="Google Shape;320;p5"/>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5"/>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5"/>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269459100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23"/>
        <p:cNvGrpSpPr/>
        <p:nvPr/>
      </p:nvGrpSpPr>
      <p:grpSpPr>
        <a:xfrm>
          <a:off x="0" y="0"/>
          <a:ext cx="0" cy="0"/>
          <a:chOff x="0" y="0"/>
          <a:chExt cx="0" cy="0"/>
        </a:xfrm>
      </p:grpSpPr>
      <p:sp>
        <p:nvSpPr>
          <p:cNvPr id="324" name="Google Shape;324;p6"/>
          <p:cNvSpPr/>
          <p:nvPr/>
        </p:nvSpPr>
        <p:spPr>
          <a:xfrm rot="10800000" flipH="1">
            <a:off x="2007191" y="6152167"/>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5" name="Google Shape;325;p6"/>
          <p:cNvSpPr/>
          <p:nvPr/>
        </p:nvSpPr>
        <p:spPr>
          <a:xfrm flipH="1">
            <a:off x="7762991" y="-67"/>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6" name="Google Shape;326;p6"/>
          <p:cNvSpPr/>
          <p:nvPr/>
        </p:nvSpPr>
        <p:spPr>
          <a:xfrm rot="5400000">
            <a:off x="360288" y="-360244"/>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7" name="Google Shape;327;p6"/>
          <p:cNvSpPr/>
          <p:nvPr/>
        </p:nvSpPr>
        <p:spPr>
          <a:xfrm>
            <a:off x="8702833"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8" name="Google Shape;328;p6"/>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grpSp>
        <p:nvGrpSpPr>
          <p:cNvPr id="329" name="Google Shape;329;p6"/>
          <p:cNvGrpSpPr/>
          <p:nvPr/>
        </p:nvGrpSpPr>
        <p:grpSpPr>
          <a:xfrm rot="1386721" flipH="1">
            <a:off x="-171050" y="6081312"/>
            <a:ext cx="1433171" cy="1219675"/>
            <a:chOff x="725975" y="529375"/>
            <a:chExt cx="4581126" cy="3898687"/>
          </a:xfrm>
        </p:grpSpPr>
        <p:sp>
          <p:nvSpPr>
            <p:cNvPr id="330" name="Google Shape;330;p6"/>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1" name="Google Shape;331;p6"/>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2" name="Google Shape;332;p6"/>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3" name="Google Shape;333;p6"/>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4" name="Google Shape;334;p6"/>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5" name="Google Shape;335;p6"/>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6" name="Google Shape;336;p6"/>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7" name="Google Shape;337;p6"/>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8" name="Google Shape;338;p6"/>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39" name="Google Shape;339;p6"/>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0" name="Google Shape;340;p6"/>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1" name="Google Shape;341;p6"/>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2" name="Google Shape;342;p6"/>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3" name="Google Shape;343;p6"/>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6"/>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6"/>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6"/>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6"/>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6"/>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 name="Google Shape;349;p6"/>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 name="Google Shape;350;p6"/>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1" name="Google Shape;351;p6"/>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2" name="Google Shape;352;p6"/>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3" name="Google Shape;353;p6"/>
          <p:cNvGrpSpPr/>
          <p:nvPr/>
        </p:nvGrpSpPr>
        <p:grpSpPr>
          <a:xfrm>
            <a:off x="11069069" y="5921021"/>
            <a:ext cx="1325025" cy="1225907"/>
            <a:chOff x="940201" y="467822"/>
            <a:chExt cx="4254149" cy="3935914"/>
          </a:xfrm>
        </p:grpSpPr>
        <p:sp>
          <p:nvSpPr>
            <p:cNvPr id="354" name="Google Shape;354;p6"/>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 name="Google Shape;355;p6"/>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 name="Google Shape;356;p6"/>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 name="Google Shape;357;p6"/>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 name="Google Shape;358;p6"/>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 name="Google Shape;359;p6"/>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0" name="Google Shape;360;p6"/>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1" name="Google Shape;361;p6"/>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2" name="Google Shape;362;p6"/>
          <p:cNvGrpSpPr/>
          <p:nvPr/>
        </p:nvGrpSpPr>
        <p:grpSpPr>
          <a:xfrm rot="716367">
            <a:off x="-451925" y="-540065"/>
            <a:ext cx="1418045" cy="1638495"/>
            <a:chOff x="725975" y="580175"/>
            <a:chExt cx="3328618" cy="3846085"/>
          </a:xfrm>
        </p:grpSpPr>
        <p:sp>
          <p:nvSpPr>
            <p:cNvPr id="363" name="Google Shape;363;p6"/>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4" name="Google Shape;364;p6"/>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5" name="Google Shape;365;p6"/>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6" name="Google Shape;366;p6"/>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7" name="Google Shape;367;p6"/>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6"/>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9" name="Google Shape;369;p6"/>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0" name="Google Shape;370;p6"/>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1" name="Google Shape;371;p6"/>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6"/>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 name="Google Shape;373;p6"/>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6"/>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6"/>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6"/>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77" name="Google Shape;377;p6"/>
          <p:cNvGrpSpPr/>
          <p:nvPr/>
        </p:nvGrpSpPr>
        <p:grpSpPr>
          <a:xfrm rot="-6300507">
            <a:off x="10879561" y="-675831"/>
            <a:ext cx="1704055" cy="1785092"/>
            <a:chOff x="1511250" y="306000"/>
            <a:chExt cx="3756676" cy="3935328"/>
          </a:xfrm>
        </p:grpSpPr>
        <p:sp>
          <p:nvSpPr>
            <p:cNvPr id="378" name="Google Shape;378;p6"/>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9" name="Google Shape;379;p6"/>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0" name="Google Shape;380;p6"/>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6"/>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6"/>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6"/>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4" name="Google Shape;384;p6"/>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6"/>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6" name="Google Shape;386;p6"/>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7" name="Google Shape;387;p6"/>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8" name="Google Shape;388;p6"/>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9" name="Google Shape;389;p6"/>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0" name="Google Shape;390;p6"/>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1" name="Google Shape;391;p6"/>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2" name="Google Shape;392;p6"/>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3" name="Google Shape;393;p6"/>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4" name="Google Shape;394;p6"/>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5" name="Google Shape;395;p6"/>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6" name="Google Shape;396;p6"/>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7" name="Google Shape;397;p6"/>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8" name="Google Shape;398;p6"/>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9" name="Google Shape;399;p6"/>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0" name="Google Shape;400;p6"/>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1" name="Google Shape;401;p6"/>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2" name="Google Shape;402;p6"/>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3" name="Google Shape;403;p6"/>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4" name="Google Shape;404;p6"/>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5" name="Google Shape;405;p6"/>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6" name="Google Shape;406;p6"/>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7" name="Google Shape;407;p6"/>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8" name="Google Shape;408;p6"/>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9" name="Google Shape;409;p6"/>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0" name="Google Shape;410;p6"/>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1" name="Google Shape;411;p6"/>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12" name="Google Shape;412;p6"/>
          <p:cNvSpPr/>
          <p:nvPr/>
        </p:nvSpPr>
        <p:spPr>
          <a:xfrm flipH="1">
            <a:off x="278818" y="48460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3" name="Google Shape;413;p6"/>
          <p:cNvSpPr/>
          <p:nvPr/>
        </p:nvSpPr>
        <p:spPr>
          <a:xfrm flipH="1">
            <a:off x="2231424" y="6488102"/>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4" name="Google Shape;414;p6"/>
          <p:cNvSpPr/>
          <p:nvPr/>
        </p:nvSpPr>
        <p:spPr>
          <a:xfrm flipH="1">
            <a:off x="11661918" y="1192734"/>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15" name="Google Shape;415;p6"/>
          <p:cNvGrpSpPr/>
          <p:nvPr/>
        </p:nvGrpSpPr>
        <p:grpSpPr>
          <a:xfrm flipH="1">
            <a:off x="278833" y="1681616"/>
            <a:ext cx="349551" cy="708717"/>
            <a:chOff x="2322875" y="1049950"/>
            <a:chExt cx="1301705" cy="2640525"/>
          </a:xfrm>
        </p:grpSpPr>
        <p:sp>
          <p:nvSpPr>
            <p:cNvPr id="416" name="Google Shape;416;p6"/>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7" name="Google Shape;417;p6"/>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8" name="Google Shape;418;p6"/>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19" name="Google Shape;419;p6"/>
          <p:cNvGrpSpPr/>
          <p:nvPr/>
        </p:nvGrpSpPr>
        <p:grpSpPr>
          <a:xfrm flipH="1">
            <a:off x="11611699" y="4846083"/>
            <a:ext cx="349551" cy="708717"/>
            <a:chOff x="2322875" y="1049950"/>
            <a:chExt cx="1301705" cy="2640525"/>
          </a:xfrm>
        </p:grpSpPr>
        <p:sp>
          <p:nvSpPr>
            <p:cNvPr id="420" name="Google Shape;420;p6"/>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1" name="Google Shape;421;p6"/>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2" name="Google Shape;422;p6"/>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23" name="Google Shape;423;p6"/>
          <p:cNvSpPr/>
          <p:nvPr/>
        </p:nvSpPr>
        <p:spPr>
          <a:xfrm rot="-1991950">
            <a:off x="2924414" y="-1062977"/>
            <a:ext cx="3034421" cy="1822649"/>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4" name="Google Shape;424;p6"/>
          <p:cNvSpPr/>
          <p:nvPr/>
        </p:nvSpPr>
        <p:spPr>
          <a:xfrm rot="-8808050" flipH="1">
            <a:off x="6621347" y="5972990"/>
            <a:ext cx="3034421" cy="1822649"/>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5" name="Google Shape;425;p6"/>
          <p:cNvSpPr/>
          <p:nvPr/>
        </p:nvSpPr>
        <p:spPr>
          <a:xfrm flipH="1">
            <a:off x="8702824" y="2579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33600189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26"/>
        <p:cNvGrpSpPr/>
        <p:nvPr/>
      </p:nvGrpSpPr>
      <p:grpSpPr>
        <a:xfrm>
          <a:off x="0" y="0"/>
          <a:ext cx="0" cy="0"/>
          <a:chOff x="0" y="0"/>
          <a:chExt cx="0" cy="0"/>
        </a:xfrm>
      </p:grpSpPr>
      <p:sp>
        <p:nvSpPr>
          <p:cNvPr id="427" name="Google Shape;427;p7"/>
          <p:cNvSpPr/>
          <p:nvPr/>
        </p:nvSpPr>
        <p:spPr>
          <a:xfrm flipH="1">
            <a:off x="7762991" y="-67"/>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8" name="Google Shape;428;p7"/>
          <p:cNvSpPr/>
          <p:nvPr/>
        </p:nvSpPr>
        <p:spPr>
          <a:xfrm rot="1243678">
            <a:off x="8417248" y="27324"/>
            <a:ext cx="4150481" cy="2493233"/>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9" name="Google Shape;429;p7"/>
          <p:cNvSpPr/>
          <p:nvPr/>
        </p:nvSpPr>
        <p:spPr>
          <a:xfrm rot="10800000" flipH="1">
            <a:off x="3424365" y="5941852"/>
            <a:ext cx="2905388" cy="916049"/>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0" name="Google Shape;430;p7"/>
          <p:cNvSpPr/>
          <p:nvPr/>
        </p:nvSpPr>
        <p:spPr>
          <a:xfrm rot="5400000">
            <a:off x="360288" y="-360244"/>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1" name="Google Shape;431;p7"/>
          <p:cNvSpPr/>
          <p:nvPr/>
        </p:nvSpPr>
        <p:spPr>
          <a:xfrm>
            <a:off x="8702833" y="31743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2" name="Google Shape;432;p7"/>
          <p:cNvSpPr txBox="1">
            <a:spLocks noGrp="1"/>
          </p:cNvSpPr>
          <p:nvPr>
            <p:ph type="title"/>
          </p:nvPr>
        </p:nvSpPr>
        <p:spPr>
          <a:xfrm>
            <a:off x="960000" y="1162100"/>
            <a:ext cx="5136000" cy="1621200"/>
          </a:xfrm>
          <a:prstGeom prst="rect">
            <a:avLst/>
          </a:prstGeom>
        </p:spPr>
        <p:txBody>
          <a:bodyPr spcFirstLastPara="1" wrap="square" lIns="91425" tIns="91425" rIns="91425" bIns="91425" anchor="b" anchorCtr="0">
            <a:noAutofit/>
          </a:bodyPr>
          <a:lstStyle>
            <a:lvl1pPr lvl="0" rtl="0">
              <a:lnSpc>
                <a:spcPct val="90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433" name="Google Shape;433;p7"/>
          <p:cNvSpPr txBox="1">
            <a:spLocks noGrp="1"/>
          </p:cNvSpPr>
          <p:nvPr>
            <p:ph type="subTitle" idx="1"/>
          </p:nvPr>
        </p:nvSpPr>
        <p:spPr>
          <a:xfrm>
            <a:off x="960000" y="2783333"/>
            <a:ext cx="5136000" cy="303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2133"/>
              </a:spcBef>
              <a:spcAft>
                <a:spcPts val="0"/>
              </a:spcAft>
              <a:buClr>
                <a:srgbClr val="E76A28"/>
              </a:buClr>
              <a:buSzPts val="1500"/>
              <a:buFont typeface="Nunito Light"/>
              <a:buChar char="■"/>
              <a:defRPr/>
            </a:lvl3pPr>
            <a:lvl4pPr lvl="3" algn="ctr" rtl="0">
              <a:lnSpc>
                <a:spcPct val="100000"/>
              </a:lnSpc>
              <a:spcBef>
                <a:spcPts val="2133"/>
              </a:spcBef>
              <a:spcAft>
                <a:spcPts val="0"/>
              </a:spcAft>
              <a:buClr>
                <a:srgbClr val="E76A28"/>
              </a:buClr>
              <a:buSzPts val="1500"/>
              <a:buFont typeface="Nunito Light"/>
              <a:buChar char="●"/>
              <a:defRPr/>
            </a:lvl4pPr>
            <a:lvl5pPr lvl="4" algn="ctr" rtl="0">
              <a:lnSpc>
                <a:spcPct val="100000"/>
              </a:lnSpc>
              <a:spcBef>
                <a:spcPts val="2133"/>
              </a:spcBef>
              <a:spcAft>
                <a:spcPts val="0"/>
              </a:spcAft>
              <a:buClr>
                <a:srgbClr val="E76A28"/>
              </a:buClr>
              <a:buSzPts val="1400"/>
              <a:buFont typeface="Nunito Light"/>
              <a:buChar char="○"/>
              <a:defRPr/>
            </a:lvl5pPr>
            <a:lvl6pPr lvl="5" algn="ctr" rtl="0">
              <a:lnSpc>
                <a:spcPct val="100000"/>
              </a:lnSpc>
              <a:spcBef>
                <a:spcPts val="2133"/>
              </a:spcBef>
              <a:spcAft>
                <a:spcPts val="0"/>
              </a:spcAft>
              <a:buClr>
                <a:srgbClr val="999999"/>
              </a:buClr>
              <a:buSzPts val="1400"/>
              <a:buFont typeface="Nunito Light"/>
              <a:buChar char="■"/>
              <a:defRPr/>
            </a:lvl6pPr>
            <a:lvl7pPr lvl="6" algn="ctr" rtl="0">
              <a:lnSpc>
                <a:spcPct val="100000"/>
              </a:lnSpc>
              <a:spcBef>
                <a:spcPts val="2133"/>
              </a:spcBef>
              <a:spcAft>
                <a:spcPts val="0"/>
              </a:spcAft>
              <a:buClr>
                <a:srgbClr val="999999"/>
              </a:buClr>
              <a:buSzPts val="1300"/>
              <a:buFont typeface="Nunito Light"/>
              <a:buChar char="●"/>
              <a:defRPr/>
            </a:lvl7pPr>
            <a:lvl8pPr lvl="7" algn="ctr" rtl="0">
              <a:lnSpc>
                <a:spcPct val="100000"/>
              </a:lnSpc>
              <a:spcBef>
                <a:spcPts val="2133"/>
              </a:spcBef>
              <a:spcAft>
                <a:spcPts val="0"/>
              </a:spcAft>
              <a:buClr>
                <a:srgbClr val="999999"/>
              </a:buClr>
              <a:buSzPts val="1300"/>
              <a:buFont typeface="Nunito Light"/>
              <a:buChar char="○"/>
              <a:defRPr/>
            </a:lvl8pPr>
            <a:lvl9pPr lvl="8" algn="ctr" rtl="0">
              <a:lnSpc>
                <a:spcPct val="100000"/>
              </a:lnSpc>
              <a:spcBef>
                <a:spcPts val="2133"/>
              </a:spcBef>
              <a:spcAft>
                <a:spcPts val="2133"/>
              </a:spcAft>
              <a:buClr>
                <a:srgbClr val="999999"/>
              </a:buClr>
              <a:buSzPts val="1400"/>
              <a:buFont typeface="Nunito Light"/>
              <a:buChar char="■"/>
              <a:defRPr/>
            </a:lvl9pPr>
          </a:lstStyle>
          <a:p>
            <a:r>
              <a:rPr lang="en-US"/>
              <a:t>Click to edit Master subtitle style</a:t>
            </a:r>
            <a:endParaRPr/>
          </a:p>
        </p:txBody>
      </p:sp>
      <p:sp>
        <p:nvSpPr>
          <p:cNvPr id="434" name="Google Shape;434;p7"/>
          <p:cNvSpPr>
            <a:spLocks noGrp="1"/>
          </p:cNvSpPr>
          <p:nvPr>
            <p:ph type="pic" idx="2"/>
          </p:nvPr>
        </p:nvSpPr>
        <p:spPr>
          <a:xfrm rot="-265531">
            <a:off x="6744381" y="1775530"/>
            <a:ext cx="4261104" cy="3362804"/>
          </a:xfrm>
          <a:prstGeom prst="roundRect">
            <a:avLst>
              <a:gd name="adj" fmla="val 5902"/>
            </a:avLst>
          </a:prstGeom>
          <a:noFill/>
          <a:ln>
            <a:noFill/>
          </a:ln>
        </p:spPr>
      </p:sp>
      <p:sp>
        <p:nvSpPr>
          <p:cNvPr id="435" name="Google Shape;435;p7"/>
          <p:cNvSpPr/>
          <p:nvPr/>
        </p:nvSpPr>
        <p:spPr>
          <a:xfrm rot="9709469">
            <a:off x="10173366" y="5490422"/>
            <a:ext cx="2427113" cy="1323485"/>
          </a:xfrm>
          <a:custGeom>
            <a:avLst/>
            <a:gdLst/>
            <a:ahLst/>
            <a:cxnLst/>
            <a:rect l="l" t="t" r="r" b="b"/>
            <a:pathLst>
              <a:path w="22813" h="12439" fill="none" extrusionOk="0">
                <a:moveTo>
                  <a:pt x="22812" y="0"/>
                </a:moveTo>
                <a:cubicBezTo>
                  <a:pt x="22812" y="0"/>
                  <a:pt x="20999" y="9660"/>
                  <a:pt x="12792" y="11049"/>
                </a:cubicBezTo>
                <a:cubicBezTo>
                  <a:pt x="4584" y="12439"/>
                  <a:pt x="0" y="710"/>
                  <a:pt x="0" y="71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6" name="Google Shape;436;p7"/>
          <p:cNvSpPr/>
          <p:nvPr/>
        </p:nvSpPr>
        <p:spPr>
          <a:xfrm rot="-5630402">
            <a:off x="-1618575" y="5366254"/>
            <a:ext cx="3534712" cy="1571831"/>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37" name="Google Shape;437;p7"/>
          <p:cNvGrpSpPr/>
          <p:nvPr/>
        </p:nvGrpSpPr>
        <p:grpSpPr>
          <a:xfrm rot="3212583">
            <a:off x="-247399" y="5924405"/>
            <a:ext cx="1593296" cy="1355947"/>
            <a:chOff x="725975" y="529375"/>
            <a:chExt cx="4581126" cy="3898687"/>
          </a:xfrm>
        </p:grpSpPr>
        <p:sp>
          <p:nvSpPr>
            <p:cNvPr id="438" name="Google Shape;438;p7"/>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39" name="Google Shape;439;p7"/>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0" name="Google Shape;440;p7"/>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1" name="Google Shape;441;p7"/>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2" name="Google Shape;442;p7"/>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3" name="Google Shape;443;p7"/>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4" name="Google Shape;444;p7"/>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5" name="Google Shape;445;p7"/>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6" name="Google Shape;446;p7"/>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7" name="Google Shape;447;p7"/>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8" name="Google Shape;448;p7"/>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49" name="Google Shape;449;p7"/>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0" name="Google Shape;450;p7"/>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1" name="Google Shape;451;p7"/>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2" name="Google Shape;452;p7"/>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3" name="Google Shape;453;p7"/>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4" name="Google Shape;454;p7"/>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5" name="Google Shape;455;p7"/>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6" name="Google Shape;456;p7"/>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7" name="Google Shape;457;p7"/>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8" name="Google Shape;458;p7"/>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59" name="Google Shape;459;p7"/>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0" name="Google Shape;460;p7"/>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61" name="Google Shape;461;p7"/>
          <p:cNvSpPr/>
          <p:nvPr/>
        </p:nvSpPr>
        <p:spPr>
          <a:xfrm>
            <a:off x="3146485" y="333534"/>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62" name="Google Shape;462;p7"/>
          <p:cNvGrpSpPr/>
          <p:nvPr/>
        </p:nvGrpSpPr>
        <p:grpSpPr>
          <a:xfrm>
            <a:off x="11311245" y="204516"/>
            <a:ext cx="349551" cy="708717"/>
            <a:chOff x="2322875" y="1049950"/>
            <a:chExt cx="1301705" cy="2640525"/>
          </a:xfrm>
        </p:grpSpPr>
        <p:sp>
          <p:nvSpPr>
            <p:cNvPr id="463" name="Google Shape;463;p7"/>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4" name="Google Shape;464;p7"/>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65" name="Google Shape;465;p7"/>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51069330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66"/>
        <p:cNvGrpSpPr/>
        <p:nvPr/>
      </p:nvGrpSpPr>
      <p:grpSpPr>
        <a:xfrm>
          <a:off x="0" y="0"/>
          <a:ext cx="0" cy="0"/>
          <a:chOff x="0" y="0"/>
          <a:chExt cx="0" cy="0"/>
        </a:xfrm>
      </p:grpSpPr>
      <p:sp>
        <p:nvSpPr>
          <p:cNvPr id="467" name="Google Shape;467;p8"/>
          <p:cNvSpPr/>
          <p:nvPr/>
        </p:nvSpPr>
        <p:spPr>
          <a:xfrm>
            <a:off x="3037993" y="-71"/>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8" name="Google Shape;468;p8"/>
          <p:cNvSpPr/>
          <p:nvPr/>
        </p:nvSpPr>
        <p:spPr>
          <a:xfrm rot="-5400000">
            <a:off x="8862582" y="3528587"/>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69" name="Google Shape;469;p8"/>
          <p:cNvSpPr/>
          <p:nvPr/>
        </p:nvSpPr>
        <p:spPr>
          <a:xfrm rot="5400000">
            <a:off x="182677" y="3160934"/>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70" name="Google Shape;470;p8"/>
          <p:cNvGrpSpPr/>
          <p:nvPr/>
        </p:nvGrpSpPr>
        <p:grpSpPr>
          <a:xfrm>
            <a:off x="10796761" y="5560872"/>
            <a:ext cx="1657416" cy="1533432"/>
            <a:chOff x="940201" y="467822"/>
            <a:chExt cx="4254149" cy="3935914"/>
          </a:xfrm>
        </p:grpSpPr>
        <p:sp>
          <p:nvSpPr>
            <p:cNvPr id="471" name="Google Shape;471;p8"/>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2" name="Google Shape;472;p8"/>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3" name="Google Shape;473;p8"/>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4" name="Google Shape;474;p8"/>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5" name="Google Shape;475;p8"/>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6" name="Google Shape;476;p8"/>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7" name="Google Shape;477;p8"/>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8" name="Google Shape;478;p8"/>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79" name="Google Shape;479;p8"/>
          <p:cNvGrpSpPr/>
          <p:nvPr/>
        </p:nvGrpSpPr>
        <p:grpSpPr>
          <a:xfrm>
            <a:off x="-276294" y="-744011"/>
            <a:ext cx="1809215" cy="1895253"/>
            <a:chOff x="1511250" y="306000"/>
            <a:chExt cx="3756676" cy="3935328"/>
          </a:xfrm>
        </p:grpSpPr>
        <p:sp>
          <p:nvSpPr>
            <p:cNvPr id="480" name="Google Shape;480;p8"/>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1" name="Google Shape;481;p8"/>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2" name="Google Shape;482;p8"/>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3" name="Google Shape;483;p8"/>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4" name="Google Shape;484;p8"/>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5" name="Google Shape;485;p8"/>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6" name="Google Shape;486;p8"/>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7" name="Google Shape;487;p8"/>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8" name="Google Shape;488;p8"/>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9" name="Google Shape;489;p8"/>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0" name="Google Shape;490;p8"/>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1" name="Google Shape;491;p8"/>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2" name="Google Shape;492;p8"/>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3" name="Google Shape;493;p8"/>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4" name="Google Shape;494;p8"/>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5" name="Google Shape;495;p8"/>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6" name="Google Shape;496;p8"/>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7" name="Google Shape;497;p8"/>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8" name="Google Shape;498;p8"/>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9" name="Google Shape;499;p8"/>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0" name="Google Shape;500;p8"/>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1" name="Google Shape;501;p8"/>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2" name="Google Shape;502;p8"/>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3" name="Google Shape;503;p8"/>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4" name="Google Shape;504;p8"/>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5" name="Google Shape;505;p8"/>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6" name="Google Shape;506;p8"/>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7" name="Google Shape;507;p8"/>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8" name="Google Shape;508;p8"/>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9" name="Google Shape;509;p8"/>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0" name="Google Shape;510;p8"/>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1" name="Google Shape;511;p8"/>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2" name="Google Shape;512;p8"/>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3" name="Google Shape;513;p8"/>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14" name="Google Shape;514;p8"/>
          <p:cNvGrpSpPr/>
          <p:nvPr/>
        </p:nvGrpSpPr>
        <p:grpSpPr>
          <a:xfrm rot="-1309239">
            <a:off x="-628403" y="5729918"/>
            <a:ext cx="1753907" cy="1673157"/>
            <a:chOff x="936800" y="644000"/>
            <a:chExt cx="3397834" cy="3241401"/>
          </a:xfrm>
        </p:grpSpPr>
        <p:sp>
          <p:nvSpPr>
            <p:cNvPr id="515" name="Google Shape;515;p8"/>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6" name="Google Shape;516;p8"/>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7" name="Google Shape;517;p8"/>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8" name="Google Shape;518;p8"/>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9" name="Google Shape;519;p8"/>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0" name="Google Shape;520;p8"/>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1" name="Google Shape;521;p8"/>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2" name="Google Shape;522;p8"/>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3" name="Google Shape;523;p8"/>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4" name="Google Shape;524;p8"/>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25" name="Google Shape;525;p8"/>
          <p:cNvSpPr/>
          <p:nvPr/>
        </p:nvSpPr>
        <p:spPr>
          <a:xfrm>
            <a:off x="4616968" y="-485000"/>
            <a:ext cx="2557321" cy="1137200"/>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6" name="Google Shape;526;p8"/>
          <p:cNvSpPr txBox="1">
            <a:spLocks noGrp="1"/>
          </p:cNvSpPr>
          <p:nvPr>
            <p:ph type="title"/>
          </p:nvPr>
        </p:nvSpPr>
        <p:spPr>
          <a:xfrm>
            <a:off x="967967" y="2321100"/>
            <a:ext cx="5849200" cy="2215600"/>
          </a:xfrm>
          <a:prstGeom prst="rect">
            <a:avLst/>
          </a:prstGeom>
          <a:ln>
            <a:noFill/>
          </a:ln>
        </p:spPr>
        <p:txBody>
          <a:bodyPr spcFirstLastPara="1" wrap="square" lIns="91425" tIns="91425" rIns="91425" bIns="91425" anchor="ctr" anchorCtr="0">
            <a:noAutofit/>
          </a:bodyPr>
          <a:lstStyle>
            <a:lvl1pPr lvl="0">
              <a:lnSpc>
                <a:spcPct val="80000"/>
              </a:lnSpc>
              <a:spcBef>
                <a:spcPts val="0"/>
              </a:spcBef>
              <a:spcAft>
                <a:spcPts val="0"/>
              </a:spcAft>
              <a:buSzPts val="4800"/>
              <a:buNone/>
              <a:defRPr sz="80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Tree>
    <p:extLst>
      <p:ext uri="{BB962C8B-B14F-4D97-AF65-F5344CB8AC3E}">
        <p14:creationId xmlns:p14="http://schemas.microsoft.com/office/powerpoint/2010/main" xmlns="" val="16733167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527"/>
        <p:cNvGrpSpPr/>
        <p:nvPr/>
      </p:nvGrpSpPr>
      <p:grpSpPr>
        <a:xfrm>
          <a:off x="0" y="0"/>
          <a:ext cx="0" cy="0"/>
          <a:chOff x="0" y="0"/>
          <a:chExt cx="0" cy="0"/>
        </a:xfrm>
      </p:grpSpPr>
      <p:sp>
        <p:nvSpPr>
          <p:cNvPr id="528" name="Google Shape;528;p9"/>
          <p:cNvSpPr/>
          <p:nvPr/>
        </p:nvSpPr>
        <p:spPr>
          <a:xfrm>
            <a:off x="3037993" y="-71"/>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29" name="Google Shape;529;p9"/>
          <p:cNvSpPr/>
          <p:nvPr/>
        </p:nvSpPr>
        <p:spPr>
          <a:xfrm rot="-5400000">
            <a:off x="8862582" y="3528587"/>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0" name="Google Shape;530;p9"/>
          <p:cNvSpPr/>
          <p:nvPr/>
        </p:nvSpPr>
        <p:spPr>
          <a:xfrm rot="5400000">
            <a:off x="182677" y="3160934"/>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31" name="Google Shape;531;p9"/>
          <p:cNvSpPr txBox="1">
            <a:spLocks noGrp="1"/>
          </p:cNvSpPr>
          <p:nvPr>
            <p:ph type="title"/>
          </p:nvPr>
        </p:nvSpPr>
        <p:spPr>
          <a:xfrm>
            <a:off x="967967" y="1234584"/>
            <a:ext cx="5816800" cy="2003200"/>
          </a:xfrm>
          <a:prstGeom prst="rect">
            <a:avLst/>
          </a:prstGeom>
        </p:spPr>
        <p:txBody>
          <a:bodyPr spcFirstLastPara="1" wrap="square" lIns="91425" tIns="91425" rIns="91425" bIns="91425" anchor="b" anchorCtr="0">
            <a:noAutofit/>
          </a:bodyPr>
          <a:lstStyle>
            <a:lvl1pPr lvl="0" rtl="0">
              <a:lnSpc>
                <a:spcPct val="90000"/>
              </a:lnSpc>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532" name="Google Shape;532;p9"/>
          <p:cNvSpPr txBox="1">
            <a:spLocks noGrp="1"/>
          </p:cNvSpPr>
          <p:nvPr>
            <p:ph type="subTitle" idx="1"/>
          </p:nvPr>
        </p:nvSpPr>
        <p:spPr>
          <a:xfrm>
            <a:off x="967967" y="3181817"/>
            <a:ext cx="5816800" cy="244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2133"/>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grpSp>
        <p:nvGrpSpPr>
          <p:cNvPr id="533" name="Google Shape;533;p9"/>
          <p:cNvGrpSpPr/>
          <p:nvPr/>
        </p:nvGrpSpPr>
        <p:grpSpPr>
          <a:xfrm>
            <a:off x="10796761" y="5560872"/>
            <a:ext cx="1657416" cy="1533432"/>
            <a:chOff x="940201" y="467822"/>
            <a:chExt cx="4254149" cy="3935914"/>
          </a:xfrm>
        </p:grpSpPr>
        <p:sp>
          <p:nvSpPr>
            <p:cNvPr id="534" name="Google Shape;534;p9"/>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5" name="Google Shape;535;p9"/>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6" name="Google Shape;536;p9"/>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7" name="Google Shape;537;p9"/>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8" name="Google Shape;538;p9"/>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9" name="Google Shape;539;p9"/>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0" name="Google Shape;540;p9"/>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1" name="Google Shape;541;p9"/>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42" name="Google Shape;542;p9"/>
          <p:cNvGrpSpPr/>
          <p:nvPr/>
        </p:nvGrpSpPr>
        <p:grpSpPr>
          <a:xfrm>
            <a:off x="-276294" y="-744011"/>
            <a:ext cx="1809215" cy="1895253"/>
            <a:chOff x="1511250" y="306000"/>
            <a:chExt cx="3756676" cy="3935328"/>
          </a:xfrm>
        </p:grpSpPr>
        <p:sp>
          <p:nvSpPr>
            <p:cNvPr id="543" name="Google Shape;543;p9"/>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4" name="Google Shape;544;p9"/>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5" name="Google Shape;545;p9"/>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6" name="Google Shape;546;p9"/>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7" name="Google Shape;547;p9"/>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8" name="Google Shape;548;p9"/>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9" name="Google Shape;549;p9"/>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0" name="Google Shape;550;p9"/>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1" name="Google Shape;551;p9"/>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2" name="Google Shape;552;p9"/>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3" name="Google Shape;553;p9"/>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4" name="Google Shape;554;p9"/>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5" name="Google Shape;555;p9"/>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6" name="Google Shape;556;p9"/>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7" name="Google Shape;557;p9"/>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8" name="Google Shape;558;p9"/>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9" name="Google Shape;559;p9"/>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0" name="Google Shape;560;p9"/>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1" name="Google Shape;561;p9"/>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2" name="Google Shape;562;p9"/>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3" name="Google Shape;563;p9"/>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4" name="Google Shape;564;p9"/>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5" name="Google Shape;565;p9"/>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6" name="Google Shape;566;p9"/>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7" name="Google Shape;567;p9"/>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8" name="Google Shape;568;p9"/>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9" name="Google Shape;569;p9"/>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0" name="Google Shape;570;p9"/>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1" name="Google Shape;571;p9"/>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2" name="Google Shape;572;p9"/>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3" name="Google Shape;573;p9"/>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4" name="Google Shape;574;p9"/>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5" name="Google Shape;575;p9"/>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6" name="Google Shape;576;p9"/>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77" name="Google Shape;577;p9"/>
          <p:cNvGrpSpPr/>
          <p:nvPr/>
        </p:nvGrpSpPr>
        <p:grpSpPr>
          <a:xfrm rot="-1309239">
            <a:off x="-628403" y="5729918"/>
            <a:ext cx="1753907" cy="1673157"/>
            <a:chOff x="936800" y="644000"/>
            <a:chExt cx="3397834" cy="3241401"/>
          </a:xfrm>
        </p:grpSpPr>
        <p:sp>
          <p:nvSpPr>
            <p:cNvPr id="578" name="Google Shape;578;p9"/>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9" name="Google Shape;579;p9"/>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0" name="Google Shape;580;p9"/>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1" name="Google Shape;581;p9"/>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2" name="Google Shape;582;p9"/>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3" name="Google Shape;583;p9"/>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4" name="Google Shape;584;p9"/>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5" name="Google Shape;585;p9"/>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6" name="Google Shape;586;p9"/>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7" name="Google Shape;587;p9"/>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588" name="Google Shape;588;p9"/>
          <p:cNvSpPr/>
          <p:nvPr/>
        </p:nvSpPr>
        <p:spPr>
          <a:xfrm>
            <a:off x="4616968" y="-485000"/>
            <a:ext cx="2557321" cy="1137200"/>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89" name="Google Shape;589;p9"/>
          <p:cNvSpPr/>
          <p:nvPr/>
        </p:nvSpPr>
        <p:spPr>
          <a:xfrm>
            <a:off x="11224018" y="11080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90" name="Google Shape;590;p9"/>
          <p:cNvSpPr/>
          <p:nvPr/>
        </p:nvSpPr>
        <p:spPr>
          <a:xfrm>
            <a:off x="2019785" y="456934"/>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151896916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591"/>
        <p:cNvGrpSpPr/>
        <p:nvPr/>
      </p:nvGrpSpPr>
      <p:grpSpPr>
        <a:xfrm>
          <a:off x="0" y="0"/>
          <a:ext cx="0" cy="0"/>
          <a:chOff x="0" y="0"/>
          <a:chExt cx="0" cy="0"/>
        </a:xfrm>
      </p:grpSpPr>
      <p:sp>
        <p:nvSpPr>
          <p:cNvPr id="592" name="Google Shape;592;p10"/>
          <p:cNvSpPr>
            <a:spLocks noGrp="1"/>
          </p:cNvSpPr>
          <p:nvPr>
            <p:ph type="pic" idx="2"/>
          </p:nvPr>
        </p:nvSpPr>
        <p:spPr>
          <a:xfrm>
            <a:off x="0" y="233"/>
            <a:ext cx="12222400" cy="6858000"/>
          </a:xfrm>
          <a:prstGeom prst="rect">
            <a:avLst/>
          </a:prstGeom>
          <a:noFill/>
          <a:ln>
            <a:noFill/>
          </a:ln>
        </p:spPr>
      </p:sp>
      <p:sp>
        <p:nvSpPr>
          <p:cNvPr id="593" name="Google Shape;593;p10"/>
          <p:cNvSpPr txBox="1">
            <a:spLocks noGrp="1"/>
          </p:cNvSpPr>
          <p:nvPr>
            <p:ph type="title"/>
          </p:nvPr>
        </p:nvSpPr>
        <p:spPr>
          <a:xfrm>
            <a:off x="960000" y="5460967"/>
            <a:ext cx="10272000" cy="691200"/>
          </a:xfrm>
          <a:prstGeom prst="rect">
            <a:avLst/>
          </a:prstGeom>
          <a:solidFill>
            <a:schemeClr val="accent4"/>
          </a:solidFill>
        </p:spPr>
        <p:txBody>
          <a:bodyPr spcFirstLastPara="1" wrap="square" lIns="91425" tIns="91425" rIns="91425" bIns="91425" anchor="ctr" anchorCtr="0">
            <a:noAutofit/>
          </a:bodyPr>
          <a:lstStyle>
            <a:lvl1pPr lvl="0" algn="ctr" rtl="0">
              <a:spcBef>
                <a:spcPts val="0"/>
              </a:spcBef>
              <a:spcAft>
                <a:spcPts val="0"/>
              </a:spcAft>
              <a:buSzPts val="3500"/>
              <a:buNone/>
              <a:defRPr sz="40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r>
              <a:rPr lang="en-US"/>
              <a:t>Click to edit Master title style</a:t>
            </a:r>
            <a:endParaRPr/>
          </a:p>
        </p:txBody>
      </p:sp>
    </p:spTree>
    <p:extLst>
      <p:ext uri="{BB962C8B-B14F-4D97-AF65-F5344CB8AC3E}">
        <p14:creationId xmlns:p14="http://schemas.microsoft.com/office/powerpoint/2010/main" xmlns="" val="1087928907"/>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94"/>
        <p:cNvGrpSpPr/>
        <p:nvPr/>
      </p:nvGrpSpPr>
      <p:grpSpPr>
        <a:xfrm>
          <a:off x="0" y="0"/>
          <a:ext cx="0" cy="0"/>
          <a:chOff x="0" y="0"/>
          <a:chExt cx="0" cy="0"/>
        </a:xfrm>
      </p:grpSpPr>
      <p:sp>
        <p:nvSpPr>
          <p:cNvPr id="595" name="Google Shape;595;p11"/>
          <p:cNvSpPr txBox="1">
            <a:spLocks noGrp="1"/>
          </p:cNvSpPr>
          <p:nvPr>
            <p:ph type="title" hasCustomPrompt="1"/>
          </p:nvPr>
        </p:nvSpPr>
        <p:spPr>
          <a:xfrm>
            <a:off x="967967" y="1926500"/>
            <a:ext cx="10153600" cy="22308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12000">
                <a:solidFill>
                  <a:schemeClr val="dk2"/>
                </a:solidFill>
              </a:defRPr>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596" name="Google Shape;596;p11"/>
          <p:cNvSpPr txBox="1">
            <a:spLocks noGrp="1"/>
          </p:cNvSpPr>
          <p:nvPr>
            <p:ph type="subTitle" idx="1"/>
          </p:nvPr>
        </p:nvSpPr>
        <p:spPr>
          <a:xfrm>
            <a:off x="967967" y="4142233"/>
            <a:ext cx="10153600" cy="66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2133"/>
            </a:lvl1pPr>
            <a:lvl2pPr lvl="1" algn="ctr" rtl="0">
              <a:lnSpc>
                <a:spcPct val="100000"/>
              </a:lnSpc>
              <a:spcBef>
                <a:spcPts val="0"/>
              </a:spcBef>
              <a:spcAft>
                <a:spcPts val="0"/>
              </a:spcAft>
              <a:buSzPts val="1600"/>
              <a:buNone/>
              <a:defRPr sz="2133"/>
            </a:lvl2pPr>
            <a:lvl3pPr lvl="2" algn="ctr" rtl="0">
              <a:lnSpc>
                <a:spcPct val="100000"/>
              </a:lnSpc>
              <a:spcBef>
                <a:spcPts val="2133"/>
              </a:spcBef>
              <a:spcAft>
                <a:spcPts val="0"/>
              </a:spcAft>
              <a:buSzPts val="1600"/>
              <a:buNone/>
              <a:defRPr sz="2133"/>
            </a:lvl3pPr>
            <a:lvl4pPr lvl="3" algn="ctr" rtl="0">
              <a:lnSpc>
                <a:spcPct val="100000"/>
              </a:lnSpc>
              <a:spcBef>
                <a:spcPts val="2133"/>
              </a:spcBef>
              <a:spcAft>
                <a:spcPts val="0"/>
              </a:spcAft>
              <a:buSzPts val="1600"/>
              <a:buNone/>
              <a:defRPr sz="2133"/>
            </a:lvl4pPr>
            <a:lvl5pPr lvl="4" algn="ctr" rtl="0">
              <a:lnSpc>
                <a:spcPct val="100000"/>
              </a:lnSpc>
              <a:spcBef>
                <a:spcPts val="2133"/>
              </a:spcBef>
              <a:spcAft>
                <a:spcPts val="0"/>
              </a:spcAft>
              <a:buSzPts val="1600"/>
              <a:buNone/>
              <a:defRPr sz="2133"/>
            </a:lvl5pPr>
            <a:lvl6pPr lvl="5" algn="ctr" rtl="0">
              <a:lnSpc>
                <a:spcPct val="100000"/>
              </a:lnSpc>
              <a:spcBef>
                <a:spcPts val="2133"/>
              </a:spcBef>
              <a:spcAft>
                <a:spcPts val="0"/>
              </a:spcAft>
              <a:buSzPts val="1600"/>
              <a:buNone/>
              <a:defRPr sz="2133"/>
            </a:lvl6pPr>
            <a:lvl7pPr lvl="6" algn="ctr" rtl="0">
              <a:lnSpc>
                <a:spcPct val="100000"/>
              </a:lnSpc>
              <a:spcBef>
                <a:spcPts val="2133"/>
              </a:spcBef>
              <a:spcAft>
                <a:spcPts val="0"/>
              </a:spcAft>
              <a:buSzPts val="1600"/>
              <a:buNone/>
              <a:defRPr sz="2133"/>
            </a:lvl7pPr>
            <a:lvl8pPr lvl="7" algn="ctr" rtl="0">
              <a:lnSpc>
                <a:spcPct val="100000"/>
              </a:lnSpc>
              <a:spcBef>
                <a:spcPts val="2133"/>
              </a:spcBef>
              <a:spcAft>
                <a:spcPts val="0"/>
              </a:spcAft>
              <a:buSzPts val="1600"/>
              <a:buNone/>
              <a:defRPr sz="2133"/>
            </a:lvl8pPr>
            <a:lvl9pPr lvl="8" algn="ctr" rtl="0">
              <a:lnSpc>
                <a:spcPct val="100000"/>
              </a:lnSpc>
              <a:spcBef>
                <a:spcPts val="2133"/>
              </a:spcBef>
              <a:spcAft>
                <a:spcPts val="2133"/>
              </a:spcAft>
              <a:buSzPts val="1600"/>
              <a:buNone/>
              <a:defRPr sz="2133"/>
            </a:lvl9pPr>
          </a:lstStyle>
          <a:p>
            <a:r>
              <a:rPr lang="en-US"/>
              <a:t>Click to edit Master subtitle style</a:t>
            </a:r>
            <a:endParaRPr/>
          </a:p>
        </p:txBody>
      </p:sp>
      <p:sp>
        <p:nvSpPr>
          <p:cNvPr id="597" name="Google Shape;597;p11"/>
          <p:cNvSpPr/>
          <p:nvPr/>
        </p:nvSpPr>
        <p:spPr>
          <a:xfrm>
            <a:off x="3037993" y="-71"/>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98" name="Google Shape;598;p11"/>
          <p:cNvSpPr/>
          <p:nvPr/>
        </p:nvSpPr>
        <p:spPr>
          <a:xfrm rot="-5400000">
            <a:off x="8862582" y="3528587"/>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99" name="Google Shape;599;p11"/>
          <p:cNvSpPr/>
          <p:nvPr/>
        </p:nvSpPr>
        <p:spPr>
          <a:xfrm rot="5400000">
            <a:off x="182677" y="3160934"/>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00" name="Google Shape;600;p11"/>
          <p:cNvGrpSpPr/>
          <p:nvPr/>
        </p:nvGrpSpPr>
        <p:grpSpPr>
          <a:xfrm>
            <a:off x="10796761" y="5560872"/>
            <a:ext cx="1657416" cy="1533432"/>
            <a:chOff x="940201" y="467822"/>
            <a:chExt cx="4254149" cy="3935914"/>
          </a:xfrm>
        </p:grpSpPr>
        <p:sp>
          <p:nvSpPr>
            <p:cNvPr id="601" name="Google Shape;601;p11"/>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2" name="Google Shape;602;p11"/>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3" name="Google Shape;603;p11"/>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4" name="Google Shape;604;p11"/>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5" name="Google Shape;605;p11"/>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6" name="Google Shape;606;p11"/>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7" name="Google Shape;607;p11"/>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8" name="Google Shape;608;p11"/>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09" name="Google Shape;609;p11"/>
          <p:cNvGrpSpPr/>
          <p:nvPr/>
        </p:nvGrpSpPr>
        <p:grpSpPr>
          <a:xfrm>
            <a:off x="-276294" y="-744011"/>
            <a:ext cx="1809215" cy="1895253"/>
            <a:chOff x="1511250" y="306000"/>
            <a:chExt cx="3756676" cy="3935328"/>
          </a:xfrm>
        </p:grpSpPr>
        <p:sp>
          <p:nvSpPr>
            <p:cNvPr id="610" name="Google Shape;610;p11"/>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1" name="Google Shape;611;p11"/>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2" name="Google Shape;612;p11"/>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3" name="Google Shape;613;p11"/>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4" name="Google Shape;614;p11"/>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5" name="Google Shape;615;p11"/>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6" name="Google Shape;616;p11"/>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7" name="Google Shape;617;p11"/>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8" name="Google Shape;618;p11"/>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19" name="Google Shape;619;p11"/>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0" name="Google Shape;620;p11"/>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1" name="Google Shape;621;p11"/>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2" name="Google Shape;622;p11"/>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3" name="Google Shape;623;p11"/>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4" name="Google Shape;624;p11"/>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5" name="Google Shape;625;p11"/>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6" name="Google Shape;626;p11"/>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7" name="Google Shape;627;p11"/>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8" name="Google Shape;628;p11"/>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9" name="Google Shape;629;p11"/>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0" name="Google Shape;630;p11"/>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1" name="Google Shape;631;p11"/>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2" name="Google Shape;632;p11"/>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3" name="Google Shape;633;p11"/>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4" name="Google Shape;634;p11"/>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5" name="Google Shape;635;p11"/>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6" name="Google Shape;636;p11"/>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7" name="Google Shape;637;p11"/>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8" name="Google Shape;638;p11"/>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9" name="Google Shape;639;p11"/>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0" name="Google Shape;640;p11"/>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1" name="Google Shape;641;p11"/>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2" name="Google Shape;642;p11"/>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3" name="Google Shape;643;p11"/>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44" name="Google Shape;644;p11"/>
          <p:cNvGrpSpPr/>
          <p:nvPr/>
        </p:nvGrpSpPr>
        <p:grpSpPr>
          <a:xfrm rot="-1309239">
            <a:off x="-628403" y="5729918"/>
            <a:ext cx="1753907" cy="1673157"/>
            <a:chOff x="936800" y="644000"/>
            <a:chExt cx="3397834" cy="3241401"/>
          </a:xfrm>
        </p:grpSpPr>
        <p:sp>
          <p:nvSpPr>
            <p:cNvPr id="645" name="Google Shape;645;p11"/>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6" name="Google Shape;646;p11"/>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7" name="Google Shape;647;p11"/>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8" name="Google Shape;648;p11"/>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9" name="Google Shape;649;p11"/>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0" name="Google Shape;650;p11"/>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1" name="Google Shape;651;p11"/>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2" name="Google Shape;652;p11"/>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3" name="Google Shape;653;p11"/>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4" name="Google Shape;654;p11"/>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55" name="Google Shape;655;p11"/>
          <p:cNvSpPr/>
          <p:nvPr/>
        </p:nvSpPr>
        <p:spPr>
          <a:xfrm rot="-10574182">
            <a:off x="6488623" y="-602742"/>
            <a:ext cx="4355396" cy="1579129"/>
          </a:xfrm>
          <a:custGeom>
            <a:avLst/>
            <a:gdLst/>
            <a:ahLst/>
            <a:cxnLst/>
            <a:rect l="l" t="t" r="r" b="b"/>
            <a:pathLst>
              <a:path w="53041" h="19231" fill="none" extrusionOk="0">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6" name="Google Shape;656;p11"/>
          <p:cNvSpPr/>
          <p:nvPr/>
        </p:nvSpPr>
        <p:spPr>
          <a:xfrm rot="-10660648" flipH="1">
            <a:off x="7133476" y="5938056"/>
            <a:ext cx="2105392" cy="1147987"/>
          </a:xfrm>
          <a:custGeom>
            <a:avLst/>
            <a:gdLst/>
            <a:ahLst/>
            <a:cxnLst/>
            <a:rect l="l" t="t" r="r" b="b"/>
            <a:pathLst>
              <a:path w="22813" h="12439" fill="none" extrusionOk="0">
                <a:moveTo>
                  <a:pt x="22812" y="0"/>
                </a:moveTo>
                <a:cubicBezTo>
                  <a:pt x="22812" y="0"/>
                  <a:pt x="20999" y="9660"/>
                  <a:pt x="12792" y="11049"/>
                </a:cubicBezTo>
                <a:cubicBezTo>
                  <a:pt x="4584" y="12439"/>
                  <a:pt x="0" y="710"/>
                  <a:pt x="0" y="71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7" name="Google Shape;657;p11"/>
          <p:cNvSpPr/>
          <p:nvPr/>
        </p:nvSpPr>
        <p:spPr>
          <a:xfrm>
            <a:off x="5494666" y="479702"/>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58" name="Google Shape;658;p11"/>
          <p:cNvSpPr/>
          <p:nvPr/>
        </p:nvSpPr>
        <p:spPr>
          <a:xfrm>
            <a:off x="395651" y="1666267"/>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659" name="Google Shape;659;p11"/>
          <p:cNvGrpSpPr/>
          <p:nvPr/>
        </p:nvGrpSpPr>
        <p:grpSpPr>
          <a:xfrm>
            <a:off x="11656895" y="3074650"/>
            <a:ext cx="349551" cy="708717"/>
            <a:chOff x="2322875" y="1049950"/>
            <a:chExt cx="1301705" cy="2640525"/>
          </a:xfrm>
        </p:grpSpPr>
        <p:sp>
          <p:nvSpPr>
            <p:cNvPr id="660" name="Google Shape;660;p11"/>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1" name="Google Shape;661;p11"/>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2" name="Google Shape;662;p11"/>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663" name="Google Shape;663;p11"/>
          <p:cNvSpPr/>
          <p:nvPr/>
        </p:nvSpPr>
        <p:spPr>
          <a:xfrm>
            <a:off x="11486951" y="456934"/>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39560959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664"/>
        <p:cNvGrpSpPr/>
        <p:nvPr/>
      </p:nvGrpSpPr>
      <p:grpSpPr>
        <a:xfrm>
          <a:off x="0" y="0"/>
          <a:ext cx="0" cy="0"/>
          <a:chOff x="0" y="0"/>
          <a:chExt cx="0" cy="0"/>
        </a:xfrm>
      </p:grpSpPr>
    </p:spTree>
    <p:extLst>
      <p:ext uri="{BB962C8B-B14F-4D97-AF65-F5344CB8AC3E}">
        <p14:creationId xmlns:p14="http://schemas.microsoft.com/office/powerpoint/2010/main" xmlns="" val="3791619912"/>
      </p:ext>
    </p:extLst>
  </p:cSld>
  <p:clrMapOvr>
    <a:masterClrMapping/>
  </p:clrMapOvr>
  <mc:AlternateContent xmlns:mc="http://schemas.openxmlformats.org/markup-compatibility/2006">
    <mc:Choice xmlns:p14="http://schemas.microsoft.com/office/powerpoint/2010/main" xmlns="" Requires="p14">
      <p:transition spd="slow">
        <p14:reveal/>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665"/>
        <p:cNvGrpSpPr/>
        <p:nvPr/>
      </p:nvGrpSpPr>
      <p:grpSpPr>
        <a:xfrm>
          <a:off x="0" y="0"/>
          <a:ext cx="0" cy="0"/>
          <a:chOff x="0" y="0"/>
          <a:chExt cx="0" cy="0"/>
        </a:xfrm>
      </p:grpSpPr>
      <p:sp>
        <p:nvSpPr>
          <p:cNvPr id="666" name="Google Shape;666;p13"/>
          <p:cNvSpPr/>
          <p:nvPr/>
        </p:nvSpPr>
        <p:spPr>
          <a:xfrm rot="10800000" flipH="1">
            <a:off x="2007191" y="6098467"/>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7" name="Google Shape;667;p13"/>
          <p:cNvSpPr/>
          <p:nvPr/>
        </p:nvSpPr>
        <p:spPr>
          <a:xfrm flipH="1">
            <a:off x="7762991" y="-67"/>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8" name="Google Shape;668;p13"/>
          <p:cNvSpPr/>
          <p:nvPr/>
        </p:nvSpPr>
        <p:spPr>
          <a:xfrm rot="5400000">
            <a:off x="360288" y="-360244"/>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69" name="Google Shape;669;p13"/>
          <p:cNvSpPr/>
          <p:nvPr/>
        </p:nvSpPr>
        <p:spPr>
          <a:xfrm>
            <a:off x="8702833"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0" name="Google Shape;670;p1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671" name="Google Shape;671;p13"/>
          <p:cNvSpPr txBox="1">
            <a:spLocks noGrp="1"/>
          </p:cNvSpPr>
          <p:nvPr>
            <p:ph type="subTitle" idx="1"/>
          </p:nvPr>
        </p:nvSpPr>
        <p:spPr>
          <a:xfrm>
            <a:off x="968200" y="3015257"/>
            <a:ext cx="3115600" cy="76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672" name="Google Shape;672;p13"/>
          <p:cNvSpPr txBox="1">
            <a:spLocks noGrp="1"/>
          </p:cNvSpPr>
          <p:nvPr>
            <p:ph type="subTitle" idx="2"/>
          </p:nvPr>
        </p:nvSpPr>
        <p:spPr>
          <a:xfrm>
            <a:off x="4534200" y="3015257"/>
            <a:ext cx="3123600" cy="76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673" name="Google Shape;673;p13"/>
          <p:cNvSpPr txBox="1">
            <a:spLocks noGrp="1"/>
          </p:cNvSpPr>
          <p:nvPr>
            <p:ph type="subTitle" idx="3"/>
          </p:nvPr>
        </p:nvSpPr>
        <p:spPr>
          <a:xfrm>
            <a:off x="967967" y="5125659"/>
            <a:ext cx="3115600" cy="76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674" name="Google Shape;674;p13"/>
          <p:cNvSpPr txBox="1">
            <a:spLocks noGrp="1"/>
          </p:cNvSpPr>
          <p:nvPr>
            <p:ph type="subTitle" idx="4"/>
          </p:nvPr>
        </p:nvSpPr>
        <p:spPr>
          <a:xfrm>
            <a:off x="4534200" y="5125653"/>
            <a:ext cx="3123600" cy="76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675" name="Google Shape;675;p13"/>
          <p:cNvSpPr txBox="1">
            <a:spLocks noGrp="1"/>
          </p:cNvSpPr>
          <p:nvPr>
            <p:ph type="subTitle" idx="5"/>
          </p:nvPr>
        </p:nvSpPr>
        <p:spPr>
          <a:xfrm>
            <a:off x="8100433" y="3015257"/>
            <a:ext cx="3123600" cy="76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676" name="Google Shape;676;p13"/>
          <p:cNvSpPr txBox="1">
            <a:spLocks noGrp="1"/>
          </p:cNvSpPr>
          <p:nvPr>
            <p:ph type="subTitle" idx="6"/>
          </p:nvPr>
        </p:nvSpPr>
        <p:spPr>
          <a:xfrm>
            <a:off x="8100433" y="5125657"/>
            <a:ext cx="3123600" cy="768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677" name="Google Shape;677;p13"/>
          <p:cNvSpPr txBox="1">
            <a:spLocks noGrp="1"/>
          </p:cNvSpPr>
          <p:nvPr>
            <p:ph type="title" idx="7" hasCustomPrompt="1"/>
          </p:nvPr>
        </p:nvSpPr>
        <p:spPr>
          <a:xfrm>
            <a:off x="967967" y="1929403"/>
            <a:ext cx="1219200" cy="59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78" name="Google Shape;678;p13"/>
          <p:cNvSpPr txBox="1">
            <a:spLocks noGrp="1"/>
          </p:cNvSpPr>
          <p:nvPr>
            <p:ph type="title" idx="8" hasCustomPrompt="1"/>
          </p:nvPr>
        </p:nvSpPr>
        <p:spPr>
          <a:xfrm>
            <a:off x="967967" y="4052765"/>
            <a:ext cx="1219200" cy="5968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79" name="Google Shape;679;p13"/>
          <p:cNvSpPr txBox="1">
            <a:spLocks noGrp="1"/>
          </p:cNvSpPr>
          <p:nvPr>
            <p:ph type="title" idx="9" hasCustomPrompt="1"/>
          </p:nvPr>
        </p:nvSpPr>
        <p:spPr>
          <a:xfrm>
            <a:off x="4534192" y="1929403"/>
            <a:ext cx="1219200" cy="59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80" name="Google Shape;680;p13"/>
          <p:cNvSpPr txBox="1">
            <a:spLocks noGrp="1"/>
          </p:cNvSpPr>
          <p:nvPr>
            <p:ph type="title" idx="13" hasCustomPrompt="1"/>
          </p:nvPr>
        </p:nvSpPr>
        <p:spPr>
          <a:xfrm>
            <a:off x="4534192" y="4052755"/>
            <a:ext cx="1219200" cy="59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81" name="Google Shape;681;p13"/>
          <p:cNvSpPr txBox="1">
            <a:spLocks noGrp="1"/>
          </p:cNvSpPr>
          <p:nvPr>
            <p:ph type="title" idx="14" hasCustomPrompt="1"/>
          </p:nvPr>
        </p:nvSpPr>
        <p:spPr>
          <a:xfrm>
            <a:off x="8100427" y="1929403"/>
            <a:ext cx="1219200" cy="5968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82" name="Google Shape;682;p13"/>
          <p:cNvSpPr txBox="1">
            <a:spLocks noGrp="1"/>
          </p:cNvSpPr>
          <p:nvPr>
            <p:ph type="title" idx="15" hasCustomPrompt="1"/>
          </p:nvPr>
        </p:nvSpPr>
        <p:spPr>
          <a:xfrm>
            <a:off x="8100435" y="4052765"/>
            <a:ext cx="1221600" cy="597600"/>
          </a:xfrm>
          <a:prstGeom prst="rect">
            <a:avLst/>
          </a:prstGeom>
          <a:noFill/>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dk2"/>
                </a:solidFill>
              </a:defRPr>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83" name="Google Shape;683;p13"/>
          <p:cNvSpPr txBox="1">
            <a:spLocks noGrp="1"/>
          </p:cNvSpPr>
          <p:nvPr>
            <p:ph type="subTitle" idx="16"/>
          </p:nvPr>
        </p:nvSpPr>
        <p:spPr>
          <a:xfrm>
            <a:off x="967967" y="2500324"/>
            <a:ext cx="3123600" cy="64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684" name="Google Shape;684;p13"/>
          <p:cNvSpPr txBox="1">
            <a:spLocks noGrp="1"/>
          </p:cNvSpPr>
          <p:nvPr>
            <p:ph type="subTitle" idx="17"/>
          </p:nvPr>
        </p:nvSpPr>
        <p:spPr>
          <a:xfrm>
            <a:off x="4534192" y="2500324"/>
            <a:ext cx="3123600" cy="64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685" name="Google Shape;685;p13"/>
          <p:cNvSpPr txBox="1">
            <a:spLocks noGrp="1"/>
          </p:cNvSpPr>
          <p:nvPr>
            <p:ph type="subTitle" idx="18"/>
          </p:nvPr>
        </p:nvSpPr>
        <p:spPr>
          <a:xfrm>
            <a:off x="967967" y="4617657"/>
            <a:ext cx="3123600" cy="64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686" name="Google Shape;686;p13"/>
          <p:cNvSpPr txBox="1">
            <a:spLocks noGrp="1"/>
          </p:cNvSpPr>
          <p:nvPr>
            <p:ph type="subTitle" idx="19"/>
          </p:nvPr>
        </p:nvSpPr>
        <p:spPr>
          <a:xfrm>
            <a:off x="4534192" y="4617657"/>
            <a:ext cx="3123600" cy="64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687" name="Google Shape;687;p13"/>
          <p:cNvSpPr txBox="1">
            <a:spLocks noGrp="1"/>
          </p:cNvSpPr>
          <p:nvPr>
            <p:ph type="subTitle" idx="20"/>
          </p:nvPr>
        </p:nvSpPr>
        <p:spPr>
          <a:xfrm>
            <a:off x="8100427" y="2500324"/>
            <a:ext cx="3123600" cy="64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688" name="Google Shape;688;p13"/>
          <p:cNvSpPr txBox="1">
            <a:spLocks noGrp="1"/>
          </p:cNvSpPr>
          <p:nvPr>
            <p:ph type="subTitle" idx="21"/>
          </p:nvPr>
        </p:nvSpPr>
        <p:spPr>
          <a:xfrm>
            <a:off x="8100427" y="4617657"/>
            <a:ext cx="3123600" cy="64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grpSp>
        <p:nvGrpSpPr>
          <p:cNvPr id="689" name="Google Shape;689;p13"/>
          <p:cNvGrpSpPr/>
          <p:nvPr/>
        </p:nvGrpSpPr>
        <p:grpSpPr>
          <a:xfrm rot="1386721" flipH="1">
            <a:off x="-171050" y="6081312"/>
            <a:ext cx="1433171" cy="1219675"/>
            <a:chOff x="725975" y="529375"/>
            <a:chExt cx="4581126" cy="3898687"/>
          </a:xfrm>
        </p:grpSpPr>
        <p:sp>
          <p:nvSpPr>
            <p:cNvPr id="690" name="Google Shape;690;p13"/>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1" name="Google Shape;691;p13"/>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2" name="Google Shape;692;p13"/>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3" name="Google Shape;693;p13"/>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4" name="Google Shape;694;p13"/>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5" name="Google Shape;695;p13"/>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6" name="Google Shape;696;p13"/>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7" name="Google Shape;697;p13"/>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8" name="Google Shape;698;p13"/>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99" name="Google Shape;699;p13"/>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0" name="Google Shape;700;p13"/>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1" name="Google Shape;701;p13"/>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2" name="Google Shape;702;p13"/>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3" name="Google Shape;703;p13"/>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4" name="Google Shape;704;p13"/>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5" name="Google Shape;705;p13"/>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6" name="Google Shape;706;p13"/>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7" name="Google Shape;707;p13"/>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8" name="Google Shape;708;p13"/>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09" name="Google Shape;709;p13"/>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0" name="Google Shape;710;p13"/>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1" name="Google Shape;711;p13"/>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2" name="Google Shape;712;p13"/>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13" name="Google Shape;713;p13"/>
          <p:cNvGrpSpPr/>
          <p:nvPr/>
        </p:nvGrpSpPr>
        <p:grpSpPr>
          <a:xfrm>
            <a:off x="11069069" y="5921021"/>
            <a:ext cx="1325025" cy="1225907"/>
            <a:chOff x="940201" y="467822"/>
            <a:chExt cx="4254149" cy="3935914"/>
          </a:xfrm>
        </p:grpSpPr>
        <p:sp>
          <p:nvSpPr>
            <p:cNvPr id="714" name="Google Shape;714;p13"/>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5" name="Google Shape;715;p13"/>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6" name="Google Shape;716;p13"/>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7" name="Google Shape;717;p13"/>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8" name="Google Shape;718;p13"/>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9" name="Google Shape;719;p13"/>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0" name="Google Shape;720;p13"/>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1" name="Google Shape;721;p13"/>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22" name="Google Shape;722;p13"/>
          <p:cNvGrpSpPr/>
          <p:nvPr/>
        </p:nvGrpSpPr>
        <p:grpSpPr>
          <a:xfrm rot="716367">
            <a:off x="-451925" y="-540065"/>
            <a:ext cx="1418045" cy="1638495"/>
            <a:chOff x="725975" y="580175"/>
            <a:chExt cx="3328618" cy="3846085"/>
          </a:xfrm>
        </p:grpSpPr>
        <p:sp>
          <p:nvSpPr>
            <p:cNvPr id="723" name="Google Shape;723;p13"/>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4" name="Google Shape;724;p13"/>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5" name="Google Shape;725;p13"/>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6" name="Google Shape;726;p13"/>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7" name="Google Shape;727;p13"/>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8" name="Google Shape;728;p13"/>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9" name="Google Shape;729;p13"/>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0" name="Google Shape;730;p13"/>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1" name="Google Shape;731;p13"/>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2" name="Google Shape;732;p13"/>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3" name="Google Shape;733;p13"/>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4" name="Google Shape;734;p13"/>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5" name="Google Shape;735;p13"/>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6" name="Google Shape;736;p13"/>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737" name="Google Shape;737;p13"/>
          <p:cNvSpPr/>
          <p:nvPr/>
        </p:nvSpPr>
        <p:spPr>
          <a:xfrm flipH="1">
            <a:off x="185385" y="48460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38" name="Google Shape;738;p13"/>
          <p:cNvSpPr/>
          <p:nvPr/>
        </p:nvSpPr>
        <p:spPr>
          <a:xfrm flipH="1">
            <a:off x="2231424" y="6488102"/>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39" name="Google Shape;739;p13"/>
          <p:cNvSpPr/>
          <p:nvPr/>
        </p:nvSpPr>
        <p:spPr>
          <a:xfrm flipH="1">
            <a:off x="11669385" y="1604033"/>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40" name="Google Shape;740;p13"/>
          <p:cNvSpPr/>
          <p:nvPr/>
        </p:nvSpPr>
        <p:spPr>
          <a:xfrm flipH="1">
            <a:off x="8702824" y="2579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41" name="Google Shape;741;p13"/>
          <p:cNvSpPr/>
          <p:nvPr/>
        </p:nvSpPr>
        <p:spPr>
          <a:xfrm rot="347861">
            <a:off x="2209327" y="-825842"/>
            <a:ext cx="3306800" cy="1470481"/>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42" name="Google Shape;742;p13"/>
          <p:cNvSpPr/>
          <p:nvPr/>
        </p:nvSpPr>
        <p:spPr>
          <a:xfrm rot="10452139" flipH="1">
            <a:off x="6488560" y="6262592"/>
            <a:ext cx="3306800" cy="1470481"/>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43" name="Google Shape;743;p13"/>
          <p:cNvGrpSpPr/>
          <p:nvPr/>
        </p:nvGrpSpPr>
        <p:grpSpPr>
          <a:xfrm>
            <a:off x="11666678" y="4760866"/>
            <a:ext cx="349551" cy="708717"/>
            <a:chOff x="2322875" y="1049950"/>
            <a:chExt cx="1301705" cy="2640525"/>
          </a:xfrm>
        </p:grpSpPr>
        <p:sp>
          <p:nvSpPr>
            <p:cNvPr id="744" name="Google Shape;744;p13"/>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5" name="Google Shape;745;p13"/>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6" name="Google Shape;746;p13"/>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47" name="Google Shape;747;p13"/>
          <p:cNvGrpSpPr/>
          <p:nvPr/>
        </p:nvGrpSpPr>
        <p:grpSpPr>
          <a:xfrm>
            <a:off x="239011" y="1525432"/>
            <a:ext cx="349551" cy="708717"/>
            <a:chOff x="2322875" y="1049950"/>
            <a:chExt cx="1301705" cy="2640525"/>
          </a:xfrm>
        </p:grpSpPr>
        <p:sp>
          <p:nvSpPr>
            <p:cNvPr id="748" name="Google Shape;748;p13"/>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9" name="Google Shape;749;p13"/>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0" name="Google Shape;750;p13"/>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51" name="Google Shape;751;p13"/>
          <p:cNvGrpSpPr/>
          <p:nvPr/>
        </p:nvGrpSpPr>
        <p:grpSpPr>
          <a:xfrm rot="2499223">
            <a:off x="10948456" y="-576175"/>
            <a:ext cx="1602565" cy="1528784"/>
            <a:chOff x="936800" y="644000"/>
            <a:chExt cx="3397834" cy="3241401"/>
          </a:xfrm>
        </p:grpSpPr>
        <p:sp>
          <p:nvSpPr>
            <p:cNvPr id="752" name="Google Shape;752;p13"/>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3" name="Google Shape;753;p13"/>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4" name="Google Shape;754;p13"/>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5" name="Google Shape;755;p13"/>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6" name="Google Shape;756;p13"/>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7" name="Google Shape;757;p13"/>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8" name="Google Shape;758;p13"/>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9" name="Google Shape;759;p13"/>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0" name="Google Shape;760;p13"/>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1" name="Google Shape;761;p13"/>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83357209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62"/>
        <p:cNvGrpSpPr/>
        <p:nvPr/>
      </p:nvGrpSpPr>
      <p:grpSpPr>
        <a:xfrm>
          <a:off x="0" y="0"/>
          <a:ext cx="0" cy="0"/>
          <a:chOff x="0" y="0"/>
          <a:chExt cx="0" cy="0"/>
        </a:xfrm>
      </p:grpSpPr>
      <p:sp>
        <p:nvSpPr>
          <p:cNvPr id="763" name="Google Shape;763;p14"/>
          <p:cNvSpPr/>
          <p:nvPr/>
        </p:nvSpPr>
        <p:spPr>
          <a:xfrm flipH="1">
            <a:off x="4994449" y="-63867"/>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64" name="Google Shape;764;p14"/>
          <p:cNvSpPr/>
          <p:nvPr/>
        </p:nvSpPr>
        <p:spPr>
          <a:xfrm rot="5400000" flipH="1">
            <a:off x="360288"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65" name="Google Shape;765;p14"/>
          <p:cNvSpPr/>
          <p:nvPr/>
        </p:nvSpPr>
        <p:spPr>
          <a:xfrm>
            <a:off x="8702833"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766" name="Google Shape;766;p14"/>
          <p:cNvGrpSpPr/>
          <p:nvPr/>
        </p:nvGrpSpPr>
        <p:grpSpPr>
          <a:xfrm>
            <a:off x="-764707" y="-765910"/>
            <a:ext cx="1816681" cy="1943937"/>
            <a:chOff x="1141181" y="262025"/>
            <a:chExt cx="4067198" cy="4352099"/>
          </a:xfrm>
        </p:grpSpPr>
        <p:sp>
          <p:nvSpPr>
            <p:cNvPr id="767" name="Google Shape;767;p14"/>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8" name="Google Shape;768;p14"/>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9" name="Google Shape;769;p14"/>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0" name="Google Shape;770;p14"/>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1" name="Google Shape;771;p14"/>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2" name="Google Shape;772;p14"/>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3" name="Google Shape;773;p14"/>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4" name="Google Shape;774;p14"/>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5" name="Google Shape;775;p14"/>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6" name="Google Shape;776;p14"/>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7" name="Google Shape;777;p14"/>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8" name="Google Shape;778;p14"/>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9" name="Google Shape;779;p14"/>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80" name="Google Shape;780;p14"/>
          <p:cNvGrpSpPr/>
          <p:nvPr/>
        </p:nvGrpSpPr>
        <p:grpSpPr>
          <a:xfrm rot="6753101" flipH="1">
            <a:off x="-1108196" y="5485470"/>
            <a:ext cx="2201992" cy="2306709"/>
            <a:chOff x="1511250" y="306000"/>
            <a:chExt cx="3756676" cy="3935328"/>
          </a:xfrm>
        </p:grpSpPr>
        <p:sp>
          <p:nvSpPr>
            <p:cNvPr id="781" name="Google Shape;781;p14"/>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2" name="Google Shape;782;p14"/>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3" name="Google Shape;783;p14"/>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4" name="Google Shape;784;p14"/>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5" name="Google Shape;785;p14"/>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6" name="Google Shape;786;p14"/>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7" name="Google Shape;787;p14"/>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8" name="Google Shape;788;p14"/>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89" name="Google Shape;789;p14"/>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0" name="Google Shape;790;p14"/>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1" name="Google Shape;791;p14"/>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2" name="Google Shape;792;p14"/>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3" name="Google Shape;793;p14"/>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4" name="Google Shape;794;p14"/>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5" name="Google Shape;795;p14"/>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6" name="Google Shape;796;p14"/>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7" name="Google Shape;797;p14"/>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8" name="Google Shape;798;p14"/>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99" name="Google Shape;799;p14"/>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0" name="Google Shape;800;p14"/>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1" name="Google Shape;801;p14"/>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2" name="Google Shape;802;p14"/>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3" name="Google Shape;803;p14"/>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4" name="Google Shape;804;p14"/>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5" name="Google Shape;805;p14"/>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6" name="Google Shape;806;p14"/>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7" name="Google Shape;807;p14"/>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8" name="Google Shape;808;p14"/>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9" name="Google Shape;809;p14"/>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0" name="Google Shape;810;p14"/>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1" name="Google Shape;811;p14"/>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2" name="Google Shape;812;p14"/>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3" name="Google Shape;813;p14"/>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4" name="Google Shape;814;p14"/>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15" name="Google Shape;815;p14"/>
          <p:cNvGrpSpPr/>
          <p:nvPr/>
        </p:nvGrpSpPr>
        <p:grpSpPr>
          <a:xfrm rot="1992157">
            <a:off x="11088444" y="5532700"/>
            <a:ext cx="2289999" cy="1948864"/>
            <a:chOff x="725975" y="529375"/>
            <a:chExt cx="4581126" cy="3898687"/>
          </a:xfrm>
        </p:grpSpPr>
        <p:sp>
          <p:nvSpPr>
            <p:cNvPr id="816" name="Google Shape;816;p14"/>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7" name="Google Shape;817;p14"/>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8" name="Google Shape;818;p14"/>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9" name="Google Shape;819;p14"/>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0" name="Google Shape;820;p14"/>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1" name="Google Shape;821;p14"/>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2" name="Google Shape;822;p14"/>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3" name="Google Shape;823;p14"/>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4" name="Google Shape;824;p14"/>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5" name="Google Shape;825;p14"/>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6" name="Google Shape;826;p14"/>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7" name="Google Shape;827;p14"/>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8" name="Google Shape;828;p14"/>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9" name="Google Shape;829;p14"/>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0" name="Google Shape;830;p14"/>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1" name="Google Shape;831;p14"/>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2" name="Google Shape;832;p14"/>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3" name="Google Shape;833;p14"/>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4" name="Google Shape;834;p14"/>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5" name="Google Shape;835;p14"/>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6" name="Google Shape;836;p14"/>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7" name="Google Shape;837;p14"/>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8" name="Google Shape;838;p14"/>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839" name="Google Shape;839;p14"/>
          <p:cNvSpPr txBox="1">
            <a:spLocks noGrp="1"/>
          </p:cNvSpPr>
          <p:nvPr>
            <p:ph type="title"/>
          </p:nvPr>
        </p:nvSpPr>
        <p:spPr>
          <a:xfrm>
            <a:off x="967967" y="4171400"/>
            <a:ext cx="6623200" cy="7092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3200"/>
            </a:lvl1pPr>
            <a:lvl2pPr lvl="1" algn="ctr" rtl="0">
              <a:spcBef>
                <a:spcPts val="0"/>
              </a:spcBef>
              <a:spcAft>
                <a:spcPts val="0"/>
              </a:spcAft>
              <a:buSzPts val="3000"/>
              <a:buNone/>
              <a:defRPr sz="4000"/>
            </a:lvl2pPr>
            <a:lvl3pPr lvl="2" algn="ctr" rtl="0">
              <a:spcBef>
                <a:spcPts val="0"/>
              </a:spcBef>
              <a:spcAft>
                <a:spcPts val="0"/>
              </a:spcAft>
              <a:buSzPts val="3000"/>
              <a:buNone/>
              <a:defRPr sz="4000"/>
            </a:lvl3pPr>
            <a:lvl4pPr lvl="3" algn="ctr" rtl="0">
              <a:spcBef>
                <a:spcPts val="0"/>
              </a:spcBef>
              <a:spcAft>
                <a:spcPts val="0"/>
              </a:spcAft>
              <a:buSzPts val="3000"/>
              <a:buNone/>
              <a:defRPr sz="4000"/>
            </a:lvl4pPr>
            <a:lvl5pPr lvl="4" algn="ctr" rtl="0">
              <a:spcBef>
                <a:spcPts val="0"/>
              </a:spcBef>
              <a:spcAft>
                <a:spcPts val="0"/>
              </a:spcAft>
              <a:buSzPts val="3000"/>
              <a:buNone/>
              <a:defRPr sz="4000"/>
            </a:lvl5pPr>
            <a:lvl6pPr lvl="5" algn="ctr" rtl="0">
              <a:spcBef>
                <a:spcPts val="0"/>
              </a:spcBef>
              <a:spcAft>
                <a:spcPts val="0"/>
              </a:spcAft>
              <a:buSzPts val="3000"/>
              <a:buNone/>
              <a:defRPr sz="4000"/>
            </a:lvl6pPr>
            <a:lvl7pPr lvl="6" algn="ctr" rtl="0">
              <a:spcBef>
                <a:spcPts val="0"/>
              </a:spcBef>
              <a:spcAft>
                <a:spcPts val="0"/>
              </a:spcAft>
              <a:buSzPts val="3000"/>
              <a:buNone/>
              <a:defRPr sz="4000"/>
            </a:lvl7pPr>
            <a:lvl8pPr lvl="7" algn="ctr" rtl="0">
              <a:spcBef>
                <a:spcPts val="0"/>
              </a:spcBef>
              <a:spcAft>
                <a:spcPts val="0"/>
              </a:spcAft>
              <a:buSzPts val="3000"/>
              <a:buNone/>
              <a:defRPr sz="4000"/>
            </a:lvl8pPr>
            <a:lvl9pPr lvl="8" algn="ctr" rtl="0">
              <a:spcBef>
                <a:spcPts val="0"/>
              </a:spcBef>
              <a:spcAft>
                <a:spcPts val="0"/>
              </a:spcAft>
              <a:buSzPts val="3000"/>
              <a:buNone/>
              <a:defRPr sz="4000"/>
            </a:lvl9pPr>
          </a:lstStyle>
          <a:p>
            <a:r>
              <a:rPr lang="en-US"/>
              <a:t>Click to edit Master title style</a:t>
            </a:r>
            <a:endParaRPr/>
          </a:p>
        </p:txBody>
      </p:sp>
      <p:sp>
        <p:nvSpPr>
          <p:cNvPr id="840" name="Google Shape;840;p14"/>
          <p:cNvSpPr txBox="1">
            <a:spLocks noGrp="1"/>
          </p:cNvSpPr>
          <p:nvPr>
            <p:ph type="subTitle" idx="1"/>
          </p:nvPr>
        </p:nvSpPr>
        <p:spPr>
          <a:xfrm>
            <a:off x="967967" y="1977400"/>
            <a:ext cx="6623200" cy="2194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3000"/>
              <a:buNone/>
              <a:defRPr sz="3200"/>
            </a:lvl1pPr>
            <a:lvl2pPr lvl="1" algn="ctr" rtl="0">
              <a:lnSpc>
                <a:spcPct val="100000"/>
              </a:lnSpc>
              <a:spcBef>
                <a:spcPts val="0"/>
              </a:spcBef>
              <a:spcAft>
                <a:spcPts val="0"/>
              </a:spcAft>
              <a:buSzPts val="3000"/>
              <a:buNone/>
              <a:defRPr sz="4000"/>
            </a:lvl2pPr>
            <a:lvl3pPr lvl="2" algn="ctr" rtl="0">
              <a:lnSpc>
                <a:spcPct val="100000"/>
              </a:lnSpc>
              <a:spcBef>
                <a:spcPts val="2133"/>
              </a:spcBef>
              <a:spcAft>
                <a:spcPts val="0"/>
              </a:spcAft>
              <a:buSzPts val="3000"/>
              <a:buNone/>
              <a:defRPr sz="4000"/>
            </a:lvl3pPr>
            <a:lvl4pPr lvl="3" algn="ctr" rtl="0">
              <a:lnSpc>
                <a:spcPct val="100000"/>
              </a:lnSpc>
              <a:spcBef>
                <a:spcPts val="2133"/>
              </a:spcBef>
              <a:spcAft>
                <a:spcPts val="0"/>
              </a:spcAft>
              <a:buSzPts val="3000"/>
              <a:buNone/>
              <a:defRPr sz="4000"/>
            </a:lvl4pPr>
            <a:lvl5pPr lvl="4" algn="ctr" rtl="0">
              <a:lnSpc>
                <a:spcPct val="100000"/>
              </a:lnSpc>
              <a:spcBef>
                <a:spcPts val="2133"/>
              </a:spcBef>
              <a:spcAft>
                <a:spcPts val="0"/>
              </a:spcAft>
              <a:buSzPts val="3000"/>
              <a:buNone/>
              <a:defRPr sz="4000"/>
            </a:lvl5pPr>
            <a:lvl6pPr lvl="5" algn="ctr" rtl="0">
              <a:lnSpc>
                <a:spcPct val="100000"/>
              </a:lnSpc>
              <a:spcBef>
                <a:spcPts val="2133"/>
              </a:spcBef>
              <a:spcAft>
                <a:spcPts val="0"/>
              </a:spcAft>
              <a:buSzPts val="3000"/>
              <a:buNone/>
              <a:defRPr sz="4000"/>
            </a:lvl6pPr>
            <a:lvl7pPr lvl="6" algn="ctr" rtl="0">
              <a:lnSpc>
                <a:spcPct val="100000"/>
              </a:lnSpc>
              <a:spcBef>
                <a:spcPts val="2133"/>
              </a:spcBef>
              <a:spcAft>
                <a:spcPts val="0"/>
              </a:spcAft>
              <a:buSzPts val="3000"/>
              <a:buNone/>
              <a:defRPr sz="4000"/>
            </a:lvl7pPr>
            <a:lvl8pPr lvl="7" algn="ctr" rtl="0">
              <a:lnSpc>
                <a:spcPct val="100000"/>
              </a:lnSpc>
              <a:spcBef>
                <a:spcPts val="2133"/>
              </a:spcBef>
              <a:spcAft>
                <a:spcPts val="0"/>
              </a:spcAft>
              <a:buSzPts val="3000"/>
              <a:buNone/>
              <a:defRPr sz="4000"/>
            </a:lvl8pPr>
            <a:lvl9pPr lvl="8" algn="ctr" rtl="0">
              <a:lnSpc>
                <a:spcPct val="100000"/>
              </a:lnSpc>
              <a:spcBef>
                <a:spcPts val="2133"/>
              </a:spcBef>
              <a:spcAft>
                <a:spcPts val="2133"/>
              </a:spcAft>
              <a:buSzPts val="3000"/>
              <a:buNone/>
              <a:defRPr sz="4000"/>
            </a:lvl9pPr>
          </a:lstStyle>
          <a:p>
            <a:r>
              <a:rPr lang="en-US"/>
              <a:t>Click to edit Master subtitle style</a:t>
            </a:r>
            <a:endParaRPr/>
          </a:p>
        </p:txBody>
      </p:sp>
      <p:sp>
        <p:nvSpPr>
          <p:cNvPr id="841" name="Google Shape;841;p14"/>
          <p:cNvSpPr/>
          <p:nvPr/>
        </p:nvSpPr>
        <p:spPr>
          <a:xfrm rot="-1277979">
            <a:off x="2529906" y="-1319599"/>
            <a:ext cx="4033356" cy="2422715"/>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413642635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842"/>
        <p:cNvGrpSpPr/>
        <p:nvPr/>
      </p:nvGrpSpPr>
      <p:grpSpPr>
        <a:xfrm>
          <a:off x="0" y="0"/>
          <a:ext cx="0" cy="0"/>
          <a:chOff x="0" y="0"/>
          <a:chExt cx="0" cy="0"/>
        </a:xfrm>
      </p:grpSpPr>
      <p:sp>
        <p:nvSpPr>
          <p:cNvPr id="843" name="Google Shape;843;p15"/>
          <p:cNvSpPr/>
          <p:nvPr/>
        </p:nvSpPr>
        <p:spPr>
          <a:xfrm flipH="1">
            <a:off x="4994449" y="-63867"/>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44" name="Google Shape;844;p15"/>
          <p:cNvSpPr/>
          <p:nvPr/>
        </p:nvSpPr>
        <p:spPr>
          <a:xfrm rot="5400000" flipH="1">
            <a:off x="360288"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45" name="Google Shape;845;p15"/>
          <p:cNvSpPr/>
          <p:nvPr/>
        </p:nvSpPr>
        <p:spPr>
          <a:xfrm>
            <a:off x="8702833"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846" name="Google Shape;846;p15"/>
          <p:cNvGrpSpPr/>
          <p:nvPr/>
        </p:nvGrpSpPr>
        <p:grpSpPr>
          <a:xfrm rot="10800000" flipH="1">
            <a:off x="-628807" y="5865410"/>
            <a:ext cx="1816681" cy="1943937"/>
            <a:chOff x="1141181" y="262025"/>
            <a:chExt cx="4067198" cy="4352099"/>
          </a:xfrm>
        </p:grpSpPr>
        <p:sp>
          <p:nvSpPr>
            <p:cNvPr id="847" name="Google Shape;847;p15"/>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8" name="Google Shape;848;p15"/>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9" name="Google Shape;849;p15"/>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0" name="Google Shape;850;p15"/>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1" name="Google Shape;851;p15"/>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2" name="Google Shape;852;p15"/>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3" name="Google Shape;853;p15"/>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4" name="Google Shape;854;p15"/>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5" name="Google Shape;855;p15"/>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6" name="Google Shape;856;p15"/>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7" name="Google Shape;857;p15"/>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8" name="Google Shape;858;p15"/>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9" name="Google Shape;859;p15"/>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60" name="Google Shape;860;p15"/>
          <p:cNvGrpSpPr/>
          <p:nvPr/>
        </p:nvGrpSpPr>
        <p:grpSpPr>
          <a:xfrm rot="-6753101">
            <a:off x="11136701" y="5485470"/>
            <a:ext cx="2201992" cy="2306709"/>
            <a:chOff x="1511250" y="306000"/>
            <a:chExt cx="3756676" cy="3935328"/>
          </a:xfrm>
        </p:grpSpPr>
        <p:sp>
          <p:nvSpPr>
            <p:cNvPr id="861" name="Google Shape;861;p15"/>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2" name="Google Shape;862;p15"/>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3" name="Google Shape;863;p15"/>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4" name="Google Shape;864;p15"/>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5" name="Google Shape;865;p15"/>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6" name="Google Shape;866;p15"/>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7" name="Google Shape;867;p15"/>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8" name="Google Shape;868;p15"/>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9" name="Google Shape;869;p15"/>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0" name="Google Shape;870;p15"/>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1" name="Google Shape;871;p15"/>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2" name="Google Shape;872;p15"/>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3" name="Google Shape;873;p15"/>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4" name="Google Shape;874;p15"/>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5" name="Google Shape;875;p15"/>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6" name="Google Shape;876;p15"/>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7" name="Google Shape;877;p15"/>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8" name="Google Shape;878;p15"/>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79" name="Google Shape;879;p15"/>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0" name="Google Shape;880;p15"/>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1" name="Google Shape;881;p15"/>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2" name="Google Shape;882;p15"/>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3" name="Google Shape;883;p15"/>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4" name="Google Shape;884;p15"/>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5" name="Google Shape;885;p15"/>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6" name="Google Shape;886;p15"/>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7" name="Google Shape;887;p15"/>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8" name="Google Shape;888;p15"/>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89" name="Google Shape;889;p15"/>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0" name="Google Shape;890;p15"/>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1" name="Google Shape;891;p15"/>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2" name="Google Shape;892;p15"/>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3" name="Google Shape;893;p15"/>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4" name="Google Shape;894;p15"/>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895" name="Google Shape;895;p15"/>
          <p:cNvGrpSpPr/>
          <p:nvPr/>
        </p:nvGrpSpPr>
        <p:grpSpPr>
          <a:xfrm rot="3183955">
            <a:off x="-1148140" y="-830478"/>
            <a:ext cx="2290199" cy="1949033"/>
            <a:chOff x="725975" y="529375"/>
            <a:chExt cx="4581126" cy="3898687"/>
          </a:xfrm>
        </p:grpSpPr>
        <p:sp>
          <p:nvSpPr>
            <p:cNvPr id="896" name="Google Shape;896;p15"/>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7" name="Google Shape;897;p15"/>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8" name="Google Shape;898;p15"/>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99" name="Google Shape;899;p15"/>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0" name="Google Shape;900;p15"/>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1" name="Google Shape;901;p15"/>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2" name="Google Shape;902;p15"/>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3" name="Google Shape;903;p15"/>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4" name="Google Shape;904;p15"/>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5" name="Google Shape;905;p15"/>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6" name="Google Shape;906;p15"/>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7" name="Google Shape;907;p15"/>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8" name="Google Shape;908;p15"/>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09" name="Google Shape;909;p15"/>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0" name="Google Shape;910;p15"/>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1" name="Google Shape;911;p15"/>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2" name="Google Shape;912;p15"/>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3" name="Google Shape;913;p15"/>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4" name="Google Shape;914;p15"/>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5" name="Google Shape;915;p15"/>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6" name="Google Shape;916;p15"/>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7" name="Google Shape;917;p15"/>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18" name="Google Shape;918;p15"/>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919" name="Google Shape;919;p15"/>
          <p:cNvSpPr txBox="1">
            <a:spLocks noGrp="1"/>
          </p:cNvSpPr>
          <p:nvPr>
            <p:ph type="title"/>
          </p:nvPr>
        </p:nvSpPr>
        <p:spPr>
          <a:xfrm>
            <a:off x="960000" y="2643235"/>
            <a:ext cx="5990800" cy="2126800"/>
          </a:xfrm>
          <a:prstGeom prst="rect">
            <a:avLst/>
          </a:prstGeom>
        </p:spPr>
        <p:txBody>
          <a:bodyPr spcFirstLastPara="1" wrap="square" lIns="91425" tIns="91425" rIns="91425" bIns="91425" anchor="ctr" anchorCtr="0">
            <a:noAutofit/>
          </a:bodyPr>
          <a:lstStyle>
            <a:lvl1pPr lvl="0" rtl="0">
              <a:lnSpc>
                <a:spcPct val="90000"/>
              </a:lnSpc>
              <a:spcBef>
                <a:spcPts val="0"/>
              </a:spcBef>
              <a:spcAft>
                <a:spcPts val="0"/>
              </a:spcAft>
              <a:buSzPts val="3600"/>
              <a:buNone/>
              <a:defRPr sz="6000">
                <a:solidFill>
                  <a:schemeClr val="dk1"/>
                </a:solidFill>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920" name="Google Shape;920;p15"/>
          <p:cNvSpPr txBox="1">
            <a:spLocks noGrp="1"/>
          </p:cNvSpPr>
          <p:nvPr>
            <p:ph type="title" idx="2" hasCustomPrompt="1"/>
          </p:nvPr>
        </p:nvSpPr>
        <p:spPr>
          <a:xfrm>
            <a:off x="960000" y="1227733"/>
            <a:ext cx="1850800" cy="1377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921" name="Google Shape;921;p15"/>
          <p:cNvSpPr txBox="1">
            <a:spLocks noGrp="1"/>
          </p:cNvSpPr>
          <p:nvPr>
            <p:ph type="subTitle" idx="1"/>
          </p:nvPr>
        </p:nvSpPr>
        <p:spPr>
          <a:xfrm>
            <a:off x="960000" y="4807936"/>
            <a:ext cx="5990800" cy="96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algn="ctr" rtl="0">
              <a:lnSpc>
                <a:spcPct val="100000"/>
              </a:lnSpc>
              <a:spcBef>
                <a:spcPts val="2133"/>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922" name="Google Shape;922;p15"/>
          <p:cNvSpPr/>
          <p:nvPr/>
        </p:nvSpPr>
        <p:spPr>
          <a:xfrm>
            <a:off x="2078951" y="6362684"/>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23" name="Google Shape;923;p15"/>
          <p:cNvSpPr/>
          <p:nvPr/>
        </p:nvSpPr>
        <p:spPr>
          <a:xfrm>
            <a:off x="11660399" y="2310169"/>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24" name="Google Shape;924;p15"/>
          <p:cNvSpPr/>
          <p:nvPr/>
        </p:nvSpPr>
        <p:spPr>
          <a:xfrm rot="8226048" flipH="1">
            <a:off x="3523829" y="6096772"/>
            <a:ext cx="1965567" cy="1071773"/>
          </a:xfrm>
          <a:custGeom>
            <a:avLst/>
            <a:gdLst/>
            <a:ahLst/>
            <a:cxnLst/>
            <a:rect l="l" t="t" r="r" b="b"/>
            <a:pathLst>
              <a:path w="22813" h="12439" fill="none" extrusionOk="0">
                <a:moveTo>
                  <a:pt x="22812" y="0"/>
                </a:moveTo>
                <a:cubicBezTo>
                  <a:pt x="22812" y="0"/>
                  <a:pt x="20999" y="9660"/>
                  <a:pt x="12792" y="11049"/>
                </a:cubicBezTo>
                <a:cubicBezTo>
                  <a:pt x="4584" y="12439"/>
                  <a:pt x="0" y="710"/>
                  <a:pt x="0" y="71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25" name="Google Shape;925;p15"/>
          <p:cNvSpPr/>
          <p:nvPr/>
        </p:nvSpPr>
        <p:spPr>
          <a:xfrm rot="1178988">
            <a:off x="6546720" y="5930010"/>
            <a:ext cx="4066363" cy="1474357"/>
          </a:xfrm>
          <a:custGeom>
            <a:avLst/>
            <a:gdLst/>
            <a:ahLst/>
            <a:cxnLst/>
            <a:rect l="l" t="t" r="r" b="b"/>
            <a:pathLst>
              <a:path w="53041" h="19231" fill="none" extrusionOk="0">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26" name="Google Shape;926;p15"/>
          <p:cNvSpPr/>
          <p:nvPr/>
        </p:nvSpPr>
        <p:spPr>
          <a:xfrm>
            <a:off x="1700565" y="4710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927" name="Google Shape;927;p15"/>
          <p:cNvGrpSpPr/>
          <p:nvPr/>
        </p:nvGrpSpPr>
        <p:grpSpPr>
          <a:xfrm>
            <a:off x="5427674" y="5927564"/>
            <a:ext cx="1082823" cy="1001821"/>
            <a:chOff x="940201" y="467822"/>
            <a:chExt cx="4254149" cy="3935914"/>
          </a:xfrm>
        </p:grpSpPr>
        <p:sp>
          <p:nvSpPr>
            <p:cNvPr id="928" name="Google Shape;928;p15"/>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29" name="Google Shape;929;p15"/>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0" name="Google Shape;930;p15"/>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1" name="Google Shape;931;p15"/>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2" name="Google Shape;932;p15"/>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3" name="Google Shape;933;p15"/>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4" name="Google Shape;934;p15"/>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35" name="Google Shape;935;p15"/>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82110031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936"/>
        <p:cNvGrpSpPr/>
        <p:nvPr/>
      </p:nvGrpSpPr>
      <p:grpSpPr>
        <a:xfrm>
          <a:off x="0" y="0"/>
          <a:ext cx="0" cy="0"/>
          <a:chOff x="0" y="0"/>
          <a:chExt cx="0" cy="0"/>
        </a:xfrm>
      </p:grpSpPr>
      <p:sp>
        <p:nvSpPr>
          <p:cNvPr id="937" name="Google Shape;937;p16"/>
          <p:cNvSpPr/>
          <p:nvPr/>
        </p:nvSpPr>
        <p:spPr>
          <a:xfrm rot="10800000">
            <a:off x="4994449" y="5353496"/>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8" name="Google Shape;938;p16"/>
          <p:cNvSpPr/>
          <p:nvPr/>
        </p:nvSpPr>
        <p:spPr>
          <a:xfrm rot="5400000">
            <a:off x="360288" y="-423980"/>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9" name="Google Shape;939;p16"/>
          <p:cNvSpPr/>
          <p:nvPr/>
        </p:nvSpPr>
        <p:spPr>
          <a:xfrm rot="10800000" flipH="1">
            <a:off x="8702833" y="-63866"/>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940" name="Google Shape;940;p16"/>
          <p:cNvGrpSpPr/>
          <p:nvPr/>
        </p:nvGrpSpPr>
        <p:grpSpPr>
          <a:xfrm rot="-637936" flipH="1">
            <a:off x="-628979" y="5688637"/>
            <a:ext cx="1816413" cy="1943651"/>
            <a:chOff x="1141181" y="262025"/>
            <a:chExt cx="4067198" cy="4352099"/>
          </a:xfrm>
        </p:grpSpPr>
        <p:sp>
          <p:nvSpPr>
            <p:cNvPr id="941" name="Google Shape;941;p16"/>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2" name="Google Shape;942;p16"/>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3" name="Google Shape;943;p16"/>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4" name="Google Shape;944;p16"/>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5" name="Google Shape;945;p16"/>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6" name="Google Shape;946;p16"/>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7" name="Google Shape;947;p16"/>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8" name="Google Shape;948;p16"/>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49" name="Google Shape;949;p16"/>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0" name="Google Shape;950;p16"/>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1" name="Google Shape;951;p16"/>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2" name="Google Shape;952;p16"/>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3" name="Google Shape;953;p16"/>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54" name="Google Shape;954;p16"/>
          <p:cNvGrpSpPr/>
          <p:nvPr/>
        </p:nvGrpSpPr>
        <p:grpSpPr>
          <a:xfrm rot="6753101" flipH="1">
            <a:off x="10792004" y="5507103"/>
            <a:ext cx="2201992" cy="2306709"/>
            <a:chOff x="1511250" y="306000"/>
            <a:chExt cx="3756676" cy="3935328"/>
          </a:xfrm>
        </p:grpSpPr>
        <p:sp>
          <p:nvSpPr>
            <p:cNvPr id="955" name="Google Shape;955;p16"/>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6" name="Google Shape;956;p16"/>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7" name="Google Shape;957;p16"/>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8" name="Google Shape;958;p16"/>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59" name="Google Shape;959;p16"/>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0" name="Google Shape;960;p16"/>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1" name="Google Shape;961;p16"/>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2" name="Google Shape;962;p16"/>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3" name="Google Shape;963;p16"/>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4" name="Google Shape;964;p16"/>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5" name="Google Shape;965;p16"/>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6" name="Google Shape;966;p16"/>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7" name="Google Shape;967;p16"/>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8" name="Google Shape;968;p16"/>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69" name="Google Shape;969;p16"/>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0" name="Google Shape;970;p16"/>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1" name="Google Shape;971;p16"/>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2" name="Google Shape;972;p16"/>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3" name="Google Shape;973;p16"/>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4" name="Google Shape;974;p16"/>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5" name="Google Shape;975;p16"/>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6" name="Google Shape;976;p16"/>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7" name="Google Shape;977;p16"/>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8" name="Google Shape;978;p16"/>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79" name="Google Shape;979;p16"/>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0" name="Google Shape;980;p16"/>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1" name="Google Shape;981;p16"/>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2" name="Google Shape;982;p16"/>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3" name="Google Shape;983;p16"/>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4" name="Google Shape;984;p16"/>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5" name="Google Shape;985;p16"/>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6" name="Google Shape;986;p16"/>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7" name="Google Shape;987;p16"/>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88" name="Google Shape;988;p16"/>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989" name="Google Shape;989;p16"/>
          <p:cNvGrpSpPr/>
          <p:nvPr/>
        </p:nvGrpSpPr>
        <p:grpSpPr>
          <a:xfrm rot="2700000">
            <a:off x="-1168090" y="-943565"/>
            <a:ext cx="2290001" cy="1948865"/>
            <a:chOff x="725975" y="529375"/>
            <a:chExt cx="4581126" cy="3898687"/>
          </a:xfrm>
        </p:grpSpPr>
        <p:sp>
          <p:nvSpPr>
            <p:cNvPr id="990" name="Google Shape;990;p16"/>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1" name="Google Shape;991;p16"/>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2" name="Google Shape;992;p16"/>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3" name="Google Shape;993;p16"/>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4" name="Google Shape;994;p16"/>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5" name="Google Shape;995;p16"/>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6" name="Google Shape;996;p16"/>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7" name="Google Shape;997;p16"/>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8" name="Google Shape;998;p16"/>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9" name="Google Shape;999;p16"/>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0" name="Google Shape;1000;p16"/>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1" name="Google Shape;1001;p16"/>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2" name="Google Shape;1002;p16"/>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3" name="Google Shape;1003;p16"/>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4" name="Google Shape;1004;p16"/>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5" name="Google Shape;1005;p16"/>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6" name="Google Shape;1006;p16"/>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7" name="Google Shape;1007;p16"/>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8" name="Google Shape;1008;p16"/>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09" name="Google Shape;1009;p16"/>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0" name="Google Shape;1010;p16"/>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1" name="Google Shape;1011;p16"/>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2" name="Google Shape;1012;p16"/>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13" name="Google Shape;1013;p16"/>
          <p:cNvSpPr/>
          <p:nvPr/>
        </p:nvSpPr>
        <p:spPr>
          <a:xfrm rot="9534458">
            <a:off x="2215470" y="5940509"/>
            <a:ext cx="3141693" cy="1887103"/>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4" name="Google Shape;1014;p16"/>
          <p:cNvSpPr txBox="1">
            <a:spLocks noGrp="1"/>
          </p:cNvSpPr>
          <p:nvPr>
            <p:ph type="title"/>
          </p:nvPr>
        </p:nvSpPr>
        <p:spPr>
          <a:xfrm>
            <a:off x="960000" y="2620772"/>
            <a:ext cx="6303600" cy="2126800"/>
          </a:xfrm>
          <a:prstGeom prst="rect">
            <a:avLst/>
          </a:prstGeom>
        </p:spPr>
        <p:txBody>
          <a:bodyPr spcFirstLastPara="1" wrap="square" lIns="91425" tIns="91425" rIns="91425" bIns="91425" anchor="ctr" anchorCtr="0">
            <a:noAutofit/>
          </a:bodyPr>
          <a:lstStyle>
            <a:lvl1pPr lvl="0" rtl="0">
              <a:lnSpc>
                <a:spcPct val="90000"/>
              </a:lnSpc>
              <a:spcBef>
                <a:spcPts val="0"/>
              </a:spcBef>
              <a:spcAft>
                <a:spcPts val="0"/>
              </a:spcAft>
              <a:buSzPts val="3600"/>
              <a:buNone/>
              <a:defRPr sz="8000">
                <a:solidFill>
                  <a:schemeClr val="dk1"/>
                </a:solidFill>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015" name="Google Shape;1015;p16"/>
          <p:cNvSpPr txBox="1">
            <a:spLocks noGrp="1"/>
          </p:cNvSpPr>
          <p:nvPr>
            <p:ph type="title" idx="2" hasCustomPrompt="1"/>
          </p:nvPr>
        </p:nvSpPr>
        <p:spPr>
          <a:xfrm>
            <a:off x="960000" y="1227733"/>
            <a:ext cx="1850800" cy="1377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16" name="Google Shape;1016;p16"/>
          <p:cNvSpPr txBox="1">
            <a:spLocks noGrp="1"/>
          </p:cNvSpPr>
          <p:nvPr>
            <p:ph type="subTitle" idx="1"/>
          </p:nvPr>
        </p:nvSpPr>
        <p:spPr>
          <a:xfrm>
            <a:off x="960000" y="5011119"/>
            <a:ext cx="6303600" cy="5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algn="ctr" rtl="0">
              <a:lnSpc>
                <a:spcPct val="100000"/>
              </a:lnSpc>
              <a:spcBef>
                <a:spcPts val="2133"/>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017" name="Google Shape;1017;p16"/>
          <p:cNvSpPr/>
          <p:nvPr/>
        </p:nvSpPr>
        <p:spPr>
          <a:xfrm>
            <a:off x="7758065" y="6193202"/>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8" name="Google Shape;1018;p16"/>
          <p:cNvSpPr/>
          <p:nvPr/>
        </p:nvSpPr>
        <p:spPr>
          <a:xfrm>
            <a:off x="11736532" y="1596435"/>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9" name="Google Shape;1019;p16"/>
          <p:cNvSpPr/>
          <p:nvPr/>
        </p:nvSpPr>
        <p:spPr>
          <a:xfrm>
            <a:off x="1760851" y="371584"/>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137658505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1020"/>
        <p:cNvGrpSpPr/>
        <p:nvPr/>
      </p:nvGrpSpPr>
      <p:grpSpPr>
        <a:xfrm>
          <a:off x="0" y="0"/>
          <a:ext cx="0" cy="0"/>
          <a:chOff x="0" y="0"/>
          <a:chExt cx="0" cy="0"/>
        </a:xfrm>
      </p:grpSpPr>
      <p:sp>
        <p:nvSpPr>
          <p:cNvPr id="1021" name="Google Shape;1021;p17"/>
          <p:cNvSpPr/>
          <p:nvPr/>
        </p:nvSpPr>
        <p:spPr>
          <a:xfrm>
            <a:off x="1635316" y="-63867"/>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2" name="Google Shape;1022;p17"/>
          <p:cNvSpPr/>
          <p:nvPr/>
        </p:nvSpPr>
        <p:spPr>
          <a:xfrm rot="-5400000">
            <a:off x="8862582"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3" name="Google Shape;1023;p17"/>
          <p:cNvSpPr/>
          <p:nvPr/>
        </p:nvSpPr>
        <p:spPr>
          <a:xfrm flipH="1">
            <a:off x="44"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24" name="Google Shape;1024;p17"/>
          <p:cNvGrpSpPr/>
          <p:nvPr/>
        </p:nvGrpSpPr>
        <p:grpSpPr>
          <a:xfrm rot="-6753101">
            <a:off x="10889237" y="5647603"/>
            <a:ext cx="2201992" cy="2306709"/>
            <a:chOff x="1511250" y="306000"/>
            <a:chExt cx="3756676" cy="3935328"/>
          </a:xfrm>
        </p:grpSpPr>
        <p:sp>
          <p:nvSpPr>
            <p:cNvPr id="1025" name="Google Shape;1025;p17"/>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6" name="Google Shape;1026;p17"/>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7" name="Google Shape;1027;p17"/>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8" name="Google Shape;1028;p17"/>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29" name="Google Shape;1029;p17"/>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0" name="Google Shape;1030;p17"/>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1" name="Google Shape;1031;p17"/>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2" name="Google Shape;1032;p17"/>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3" name="Google Shape;1033;p17"/>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4" name="Google Shape;1034;p17"/>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5" name="Google Shape;1035;p17"/>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6" name="Google Shape;1036;p17"/>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7" name="Google Shape;1037;p17"/>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8" name="Google Shape;1038;p17"/>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39" name="Google Shape;1039;p17"/>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0" name="Google Shape;1040;p17"/>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1" name="Google Shape;1041;p17"/>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2" name="Google Shape;1042;p17"/>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3" name="Google Shape;1043;p17"/>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4" name="Google Shape;1044;p17"/>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5" name="Google Shape;1045;p17"/>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6" name="Google Shape;1046;p17"/>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7" name="Google Shape;1047;p17"/>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8" name="Google Shape;1048;p17"/>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49" name="Google Shape;1049;p17"/>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0" name="Google Shape;1050;p17"/>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1" name="Google Shape;1051;p17"/>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2" name="Google Shape;1052;p17"/>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3" name="Google Shape;1053;p17"/>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4" name="Google Shape;1054;p17"/>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5" name="Google Shape;1055;p17"/>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6" name="Google Shape;1056;p17"/>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7" name="Google Shape;1057;p17"/>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58" name="Google Shape;1058;p17"/>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59" name="Google Shape;1059;p17"/>
          <p:cNvSpPr txBox="1">
            <a:spLocks noGrp="1"/>
          </p:cNvSpPr>
          <p:nvPr>
            <p:ph type="title"/>
          </p:nvPr>
        </p:nvSpPr>
        <p:spPr>
          <a:xfrm>
            <a:off x="960000" y="3066887"/>
            <a:ext cx="7150000" cy="1295600"/>
          </a:xfrm>
          <a:prstGeom prst="rect">
            <a:avLst/>
          </a:prstGeom>
        </p:spPr>
        <p:txBody>
          <a:bodyPr spcFirstLastPara="1" wrap="square" lIns="91425" tIns="91425" rIns="91425" bIns="91425" anchor="ctr" anchorCtr="0">
            <a:noAutofit/>
          </a:bodyPr>
          <a:lstStyle>
            <a:lvl1pPr lvl="0" rtl="0">
              <a:lnSpc>
                <a:spcPct val="90000"/>
              </a:lnSpc>
              <a:spcBef>
                <a:spcPts val="0"/>
              </a:spcBef>
              <a:spcAft>
                <a:spcPts val="0"/>
              </a:spcAft>
              <a:buSzPts val="3600"/>
              <a:buNone/>
              <a:defRPr sz="8000">
                <a:solidFill>
                  <a:schemeClr val="dk1"/>
                </a:solidFill>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060" name="Google Shape;1060;p17"/>
          <p:cNvSpPr txBox="1">
            <a:spLocks noGrp="1"/>
          </p:cNvSpPr>
          <p:nvPr>
            <p:ph type="title" idx="2" hasCustomPrompt="1"/>
          </p:nvPr>
        </p:nvSpPr>
        <p:spPr>
          <a:xfrm>
            <a:off x="960000" y="1804717"/>
            <a:ext cx="1850800" cy="1377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61" name="Google Shape;1061;p17"/>
          <p:cNvSpPr txBox="1">
            <a:spLocks noGrp="1"/>
          </p:cNvSpPr>
          <p:nvPr>
            <p:ph type="subTitle" idx="1"/>
          </p:nvPr>
        </p:nvSpPr>
        <p:spPr>
          <a:xfrm>
            <a:off x="960000" y="4497267"/>
            <a:ext cx="7150000" cy="5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algn="ctr" rtl="0">
              <a:lnSpc>
                <a:spcPct val="100000"/>
              </a:lnSpc>
              <a:spcBef>
                <a:spcPts val="2133"/>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grpSp>
        <p:nvGrpSpPr>
          <p:cNvPr id="1062" name="Google Shape;1062;p17"/>
          <p:cNvGrpSpPr/>
          <p:nvPr/>
        </p:nvGrpSpPr>
        <p:grpSpPr>
          <a:xfrm>
            <a:off x="-485141" y="-651356"/>
            <a:ext cx="1641535" cy="1518739"/>
            <a:chOff x="940201" y="467822"/>
            <a:chExt cx="4254149" cy="3935914"/>
          </a:xfrm>
        </p:grpSpPr>
        <p:sp>
          <p:nvSpPr>
            <p:cNvPr id="1063" name="Google Shape;1063;p17"/>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4" name="Google Shape;1064;p17"/>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5" name="Google Shape;1065;p17"/>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6" name="Google Shape;1066;p17"/>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7" name="Google Shape;1067;p17"/>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8" name="Google Shape;1068;p17"/>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69" name="Google Shape;1069;p17"/>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0" name="Google Shape;1070;p17"/>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071" name="Google Shape;1071;p17"/>
          <p:cNvGrpSpPr/>
          <p:nvPr/>
        </p:nvGrpSpPr>
        <p:grpSpPr>
          <a:xfrm rot="-4010605">
            <a:off x="-414155" y="5735034"/>
            <a:ext cx="1669196" cy="1928689"/>
            <a:chOff x="725975" y="580175"/>
            <a:chExt cx="3328618" cy="3846085"/>
          </a:xfrm>
        </p:grpSpPr>
        <p:sp>
          <p:nvSpPr>
            <p:cNvPr id="1072" name="Google Shape;1072;p17"/>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3" name="Google Shape;1073;p17"/>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4" name="Google Shape;1074;p17"/>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5" name="Google Shape;1075;p17"/>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6" name="Google Shape;1076;p17"/>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7" name="Google Shape;1077;p17"/>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8" name="Google Shape;1078;p17"/>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79" name="Google Shape;1079;p17"/>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0" name="Google Shape;1080;p17"/>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1" name="Google Shape;1081;p17"/>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2" name="Google Shape;1082;p17"/>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3" name="Google Shape;1083;p17"/>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4" name="Google Shape;1084;p17"/>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85" name="Google Shape;1085;p17"/>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86" name="Google Shape;1086;p17"/>
          <p:cNvSpPr/>
          <p:nvPr/>
        </p:nvSpPr>
        <p:spPr>
          <a:xfrm>
            <a:off x="1891366" y="422885"/>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87" name="Google Shape;1087;p17"/>
          <p:cNvSpPr/>
          <p:nvPr/>
        </p:nvSpPr>
        <p:spPr>
          <a:xfrm>
            <a:off x="11590899" y="1822568"/>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370445535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4">
  <p:cSld name="Section header 4">
    <p:spTree>
      <p:nvGrpSpPr>
        <p:cNvPr id="1" name="Shape 1088"/>
        <p:cNvGrpSpPr/>
        <p:nvPr/>
      </p:nvGrpSpPr>
      <p:grpSpPr>
        <a:xfrm>
          <a:off x="0" y="0"/>
          <a:ext cx="0" cy="0"/>
          <a:chOff x="0" y="0"/>
          <a:chExt cx="0" cy="0"/>
        </a:xfrm>
      </p:grpSpPr>
      <p:sp>
        <p:nvSpPr>
          <p:cNvPr id="1089" name="Google Shape;1089;p18"/>
          <p:cNvSpPr/>
          <p:nvPr/>
        </p:nvSpPr>
        <p:spPr>
          <a:xfrm rot="10800000">
            <a:off x="4994449" y="5353496"/>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0" name="Google Shape;1090;p18"/>
          <p:cNvSpPr/>
          <p:nvPr/>
        </p:nvSpPr>
        <p:spPr>
          <a:xfrm rot="5400000">
            <a:off x="360288" y="-423980"/>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1" name="Google Shape;1091;p18"/>
          <p:cNvSpPr/>
          <p:nvPr/>
        </p:nvSpPr>
        <p:spPr>
          <a:xfrm rot="10800000" flipH="1">
            <a:off x="8702833" y="-63866"/>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092" name="Google Shape;1092;p18"/>
          <p:cNvGrpSpPr/>
          <p:nvPr/>
        </p:nvGrpSpPr>
        <p:grpSpPr>
          <a:xfrm rot="583597">
            <a:off x="11027275" y="5666811"/>
            <a:ext cx="1816768" cy="1944029"/>
            <a:chOff x="1141181" y="262025"/>
            <a:chExt cx="4067198" cy="4352099"/>
          </a:xfrm>
        </p:grpSpPr>
        <p:sp>
          <p:nvSpPr>
            <p:cNvPr id="1093" name="Google Shape;1093;p18"/>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4" name="Google Shape;1094;p18"/>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5" name="Google Shape;1095;p18"/>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6" name="Google Shape;1096;p18"/>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7" name="Google Shape;1097;p18"/>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8" name="Google Shape;1098;p18"/>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99" name="Google Shape;1099;p18"/>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0" name="Google Shape;1100;p18"/>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1" name="Google Shape;1101;p18"/>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2" name="Google Shape;1102;p18"/>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3" name="Google Shape;1103;p18"/>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4" name="Google Shape;1104;p18"/>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5" name="Google Shape;1105;p18"/>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06" name="Google Shape;1106;p18"/>
          <p:cNvGrpSpPr/>
          <p:nvPr/>
        </p:nvGrpSpPr>
        <p:grpSpPr>
          <a:xfrm rot="3299502">
            <a:off x="-1044744" y="-1038825"/>
            <a:ext cx="2290184" cy="1949020"/>
            <a:chOff x="725975" y="529375"/>
            <a:chExt cx="4581126" cy="3898687"/>
          </a:xfrm>
        </p:grpSpPr>
        <p:sp>
          <p:nvSpPr>
            <p:cNvPr id="1107" name="Google Shape;1107;p18"/>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8" name="Google Shape;1108;p18"/>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09" name="Google Shape;1109;p18"/>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0" name="Google Shape;1110;p18"/>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1" name="Google Shape;1111;p18"/>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2" name="Google Shape;1112;p18"/>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3" name="Google Shape;1113;p18"/>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4" name="Google Shape;1114;p18"/>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5" name="Google Shape;1115;p18"/>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6" name="Google Shape;1116;p18"/>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7" name="Google Shape;1117;p18"/>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8" name="Google Shape;1118;p18"/>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19" name="Google Shape;1119;p18"/>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0" name="Google Shape;1120;p18"/>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1" name="Google Shape;1121;p18"/>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2" name="Google Shape;1122;p18"/>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3" name="Google Shape;1123;p18"/>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4" name="Google Shape;1124;p18"/>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5" name="Google Shape;1125;p18"/>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6" name="Google Shape;1126;p18"/>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7" name="Google Shape;1127;p18"/>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8" name="Google Shape;1128;p18"/>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29" name="Google Shape;1129;p18"/>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30" name="Google Shape;1130;p18"/>
          <p:cNvSpPr txBox="1">
            <a:spLocks noGrp="1"/>
          </p:cNvSpPr>
          <p:nvPr>
            <p:ph type="title"/>
          </p:nvPr>
        </p:nvSpPr>
        <p:spPr>
          <a:xfrm>
            <a:off x="960000" y="3066900"/>
            <a:ext cx="6176000" cy="1295600"/>
          </a:xfrm>
          <a:prstGeom prst="rect">
            <a:avLst/>
          </a:prstGeom>
        </p:spPr>
        <p:txBody>
          <a:bodyPr spcFirstLastPara="1" wrap="square" lIns="91425" tIns="91425" rIns="91425" bIns="91425" anchor="ctr" anchorCtr="0">
            <a:noAutofit/>
          </a:bodyPr>
          <a:lstStyle>
            <a:lvl1pPr lvl="0" rtl="0">
              <a:lnSpc>
                <a:spcPct val="90000"/>
              </a:lnSpc>
              <a:spcBef>
                <a:spcPts val="0"/>
              </a:spcBef>
              <a:spcAft>
                <a:spcPts val="0"/>
              </a:spcAft>
              <a:buSzPts val="3600"/>
              <a:buNone/>
              <a:defRPr sz="8000">
                <a:solidFill>
                  <a:schemeClr val="dk1"/>
                </a:solidFill>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131" name="Google Shape;1131;p18"/>
          <p:cNvSpPr txBox="1">
            <a:spLocks noGrp="1"/>
          </p:cNvSpPr>
          <p:nvPr>
            <p:ph type="title" idx="2" hasCustomPrompt="1"/>
          </p:nvPr>
        </p:nvSpPr>
        <p:spPr>
          <a:xfrm>
            <a:off x="960000" y="1804717"/>
            <a:ext cx="1850800" cy="1377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132" name="Google Shape;1132;p18"/>
          <p:cNvSpPr txBox="1">
            <a:spLocks noGrp="1"/>
          </p:cNvSpPr>
          <p:nvPr>
            <p:ph type="subTitle" idx="1"/>
          </p:nvPr>
        </p:nvSpPr>
        <p:spPr>
          <a:xfrm>
            <a:off x="960000" y="4497271"/>
            <a:ext cx="6176000" cy="5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algn="ctr" rtl="0">
              <a:lnSpc>
                <a:spcPct val="100000"/>
              </a:lnSpc>
              <a:spcBef>
                <a:spcPts val="2133"/>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grpSp>
        <p:nvGrpSpPr>
          <p:cNvPr id="1133" name="Google Shape;1133;p18"/>
          <p:cNvGrpSpPr/>
          <p:nvPr/>
        </p:nvGrpSpPr>
        <p:grpSpPr>
          <a:xfrm>
            <a:off x="-431108" y="5879461"/>
            <a:ext cx="1641535" cy="1518739"/>
            <a:chOff x="940201" y="467822"/>
            <a:chExt cx="4254149" cy="3935914"/>
          </a:xfrm>
        </p:grpSpPr>
        <p:sp>
          <p:nvSpPr>
            <p:cNvPr id="1134" name="Google Shape;1134;p18"/>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5" name="Google Shape;1135;p18"/>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6" name="Google Shape;1136;p18"/>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7" name="Google Shape;1137;p18"/>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8" name="Google Shape;1138;p18"/>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9" name="Google Shape;1139;p18"/>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0" name="Google Shape;1140;p18"/>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1" name="Google Shape;1141;p18"/>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33374929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5">
  <p:cSld name="Section header 5">
    <p:spTree>
      <p:nvGrpSpPr>
        <p:cNvPr id="1" name="Shape 1142"/>
        <p:cNvGrpSpPr/>
        <p:nvPr/>
      </p:nvGrpSpPr>
      <p:grpSpPr>
        <a:xfrm>
          <a:off x="0" y="0"/>
          <a:ext cx="0" cy="0"/>
          <a:chOff x="0" y="0"/>
          <a:chExt cx="0" cy="0"/>
        </a:xfrm>
      </p:grpSpPr>
      <p:sp>
        <p:nvSpPr>
          <p:cNvPr id="1143" name="Google Shape;1143;p19"/>
          <p:cNvSpPr/>
          <p:nvPr/>
        </p:nvSpPr>
        <p:spPr>
          <a:xfrm flipH="1">
            <a:off x="4994449" y="0"/>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4" name="Google Shape;1144;p19"/>
          <p:cNvSpPr/>
          <p:nvPr/>
        </p:nvSpPr>
        <p:spPr>
          <a:xfrm rot="5400000" flipH="1">
            <a:off x="360288"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5" name="Google Shape;1145;p19"/>
          <p:cNvSpPr/>
          <p:nvPr/>
        </p:nvSpPr>
        <p:spPr>
          <a:xfrm>
            <a:off x="8702833"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146" name="Google Shape;1146;p19"/>
          <p:cNvGrpSpPr/>
          <p:nvPr/>
        </p:nvGrpSpPr>
        <p:grpSpPr>
          <a:xfrm>
            <a:off x="-764707" y="-765910"/>
            <a:ext cx="1816681" cy="1943937"/>
            <a:chOff x="1141181" y="262025"/>
            <a:chExt cx="4067198" cy="4352099"/>
          </a:xfrm>
        </p:grpSpPr>
        <p:sp>
          <p:nvSpPr>
            <p:cNvPr id="1147" name="Google Shape;1147;p19"/>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8" name="Google Shape;1148;p19"/>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49" name="Google Shape;1149;p19"/>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0" name="Google Shape;1150;p19"/>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1" name="Google Shape;1151;p19"/>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2" name="Google Shape;1152;p19"/>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3" name="Google Shape;1153;p19"/>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4" name="Google Shape;1154;p19"/>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5" name="Google Shape;1155;p19"/>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6" name="Google Shape;1156;p19"/>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7" name="Google Shape;1157;p19"/>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8" name="Google Shape;1158;p19"/>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59" name="Google Shape;1159;p19"/>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60" name="Google Shape;1160;p19"/>
          <p:cNvGrpSpPr/>
          <p:nvPr/>
        </p:nvGrpSpPr>
        <p:grpSpPr>
          <a:xfrm rot="6753101" flipH="1">
            <a:off x="-1108196" y="5485470"/>
            <a:ext cx="2201992" cy="2306709"/>
            <a:chOff x="1511250" y="306000"/>
            <a:chExt cx="3756676" cy="3935328"/>
          </a:xfrm>
        </p:grpSpPr>
        <p:sp>
          <p:nvSpPr>
            <p:cNvPr id="1161" name="Google Shape;1161;p19"/>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2" name="Google Shape;1162;p19"/>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3" name="Google Shape;1163;p19"/>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4" name="Google Shape;1164;p19"/>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5" name="Google Shape;1165;p19"/>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6" name="Google Shape;1166;p19"/>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7" name="Google Shape;1167;p19"/>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8" name="Google Shape;1168;p19"/>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69" name="Google Shape;1169;p19"/>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0" name="Google Shape;1170;p19"/>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1" name="Google Shape;1171;p19"/>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2" name="Google Shape;1172;p19"/>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3" name="Google Shape;1173;p19"/>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4" name="Google Shape;1174;p19"/>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5" name="Google Shape;1175;p19"/>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6" name="Google Shape;1176;p19"/>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7" name="Google Shape;1177;p19"/>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8" name="Google Shape;1178;p19"/>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9" name="Google Shape;1179;p19"/>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0" name="Google Shape;1180;p19"/>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1" name="Google Shape;1181;p19"/>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2" name="Google Shape;1182;p19"/>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3" name="Google Shape;1183;p19"/>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4" name="Google Shape;1184;p19"/>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5" name="Google Shape;1185;p19"/>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6" name="Google Shape;1186;p19"/>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7" name="Google Shape;1187;p19"/>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8" name="Google Shape;1188;p19"/>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9" name="Google Shape;1189;p19"/>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0" name="Google Shape;1190;p19"/>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1" name="Google Shape;1191;p19"/>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2" name="Google Shape;1192;p19"/>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3" name="Google Shape;1193;p19"/>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4" name="Google Shape;1194;p19"/>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195" name="Google Shape;1195;p19"/>
          <p:cNvGrpSpPr/>
          <p:nvPr/>
        </p:nvGrpSpPr>
        <p:grpSpPr>
          <a:xfrm rot="1992157">
            <a:off x="11088444" y="5532700"/>
            <a:ext cx="2289999" cy="1948864"/>
            <a:chOff x="725975" y="529375"/>
            <a:chExt cx="4581126" cy="3898687"/>
          </a:xfrm>
        </p:grpSpPr>
        <p:sp>
          <p:nvSpPr>
            <p:cNvPr id="1196" name="Google Shape;1196;p19"/>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7" name="Google Shape;1197;p19"/>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8" name="Google Shape;1198;p19"/>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9" name="Google Shape;1199;p19"/>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0" name="Google Shape;1200;p19"/>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1" name="Google Shape;1201;p19"/>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2" name="Google Shape;1202;p19"/>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3" name="Google Shape;1203;p19"/>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4" name="Google Shape;1204;p19"/>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5" name="Google Shape;1205;p19"/>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6" name="Google Shape;1206;p19"/>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7" name="Google Shape;1207;p19"/>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8" name="Google Shape;1208;p19"/>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9" name="Google Shape;1209;p19"/>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0" name="Google Shape;1210;p19"/>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1" name="Google Shape;1211;p19"/>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2" name="Google Shape;1212;p19"/>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3" name="Google Shape;1213;p19"/>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4" name="Google Shape;1214;p19"/>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5" name="Google Shape;1215;p19"/>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6" name="Google Shape;1216;p19"/>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7" name="Google Shape;1217;p19"/>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8" name="Google Shape;1218;p19"/>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19" name="Google Shape;1219;p19"/>
          <p:cNvSpPr/>
          <p:nvPr/>
        </p:nvSpPr>
        <p:spPr>
          <a:xfrm rot="-693687">
            <a:off x="2529901" y="-801044"/>
            <a:ext cx="4033353" cy="2422709"/>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20" name="Google Shape;1220;p19"/>
          <p:cNvSpPr txBox="1">
            <a:spLocks noGrp="1"/>
          </p:cNvSpPr>
          <p:nvPr>
            <p:ph type="title"/>
          </p:nvPr>
        </p:nvSpPr>
        <p:spPr>
          <a:xfrm>
            <a:off x="960000" y="3066887"/>
            <a:ext cx="7150000" cy="1295600"/>
          </a:xfrm>
          <a:prstGeom prst="rect">
            <a:avLst/>
          </a:prstGeom>
        </p:spPr>
        <p:txBody>
          <a:bodyPr spcFirstLastPara="1" wrap="square" lIns="91425" tIns="91425" rIns="91425" bIns="91425" anchor="ctr" anchorCtr="0">
            <a:noAutofit/>
          </a:bodyPr>
          <a:lstStyle>
            <a:lvl1pPr lvl="0" rtl="0">
              <a:lnSpc>
                <a:spcPct val="90000"/>
              </a:lnSpc>
              <a:spcBef>
                <a:spcPts val="0"/>
              </a:spcBef>
              <a:spcAft>
                <a:spcPts val="0"/>
              </a:spcAft>
              <a:buSzPts val="3600"/>
              <a:buNone/>
              <a:defRPr sz="8000">
                <a:solidFill>
                  <a:schemeClr val="dk1"/>
                </a:solidFill>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1221" name="Google Shape;1221;p19"/>
          <p:cNvSpPr txBox="1">
            <a:spLocks noGrp="1"/>
          </p:cNvSpPr>
          <p:nvPr>
            <p:ph type="title" idx="2" hasCustomPrompt="1"/>
          </p:nvPr>
        </p:nvSpPr>
        <p:spPr>
          <a:xfrm>
            <a:off x="960000" y="1804717"/>
            <a:ext cx="1850800" cy="13776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8000">
                <a:solidFill>
                  <a:schemeClr val="dk2"/>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222" name="Google Shape;1222;p19"/>
          <p:cNvSpPr txBox="1">
            <a:spLocks noGrp="1"/>
          </p:cNvSpPr>
          <p:nvPr>
            <p:ph type="subTitle" idx="1"/>
          </p:nvPr>
        </p:nvSpPr>
        <p:spPr>
          <a:xfrm>
            <a:off x="960000" y="4497267"/>
            <a:ext cx="7150000" cy="5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algn="ctr" rtl="0">
              <a:lnSpc>
                <a:spcPct val="100000"/>
              </a:lnSpc>
              <a:spcBef>
                <a:spcPts val="2133"/>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223" name="Google Shape;1223;p19"/>
          <p:cNvSpPr/>
          <p:nvPr/>
        </p:nvSpPr>
        <p:spPr>
          <a:xfrm>
            <a:off x="11641385" y="15736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24" name="Google Shape;1224;p19"/>
          <p:cNvSpPr/>
          <p:nvPr/>
        </p:nvSpPr>
        <p:spPr>
          <a:xfrm>
            <a:off x="1855132" y="502485"/>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196846173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225"/>
        <p:cNvGrpSpPr/>
        <p:nvPr/>
      </p:nvGrpSpPr>
      <p:grpSpPr>
        <a:xfrm>
          <a:off x="0" y="0"/>
          <a:ext cx="0" cy="0"/>
          <a:chOff x="0" y="0"/>
          <a:chExt cx="0" cy="0"/>
        </a:xfrm>
      </p:grpSpPr>
      <p:sp>
        <p:nvSpPr>
          <p:cNvPr id="1226" name="Google Shape;1226;p20"/>
          <p:cNvSpPr/>
          <p:nvPr/>
        </p:nvSpPr>
        <p:spPr>
          <a:xfrm rot="10800000" flipH="1">
            <a:off x="2007191" y="6152167"/>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27" name="Google Shape;1227;p20"/>
          <p:cNvSpPr/>
          <p:nvPr/>
        </p:nvSpPr>
        <p:spPr>
          <a:xfrm flipH="1">
            <a:off x="7762991" y="-67"/>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28" name="Google Shape;1228;p20"/>
          <p:cNvSpPr/>
          <p:nvPr/>
        </p:nvSpPr>
        <p:spPr>
          <a:xfrm rot="5400000">
            <a:off x="360288" y="-360244"/>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29" name="Google Shape;1229;p20"/>
          <p:cNvSpPr/>
          <p:nvPr/>
        </p:nvSpPr>
        <p:spPr>
          <a:xfrm>
            <a:off x="8702833"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30" name="Google Shape;1230;p20"/>
          <p:cNvGrpSpPr/>
          <p:nvPr/>
        </p:nvGrpSpPr>
        <p:grpSpPr>
          <a:xfrm rot="1386721" flipH="1">
            <a:off x="-171050" y="6081312"/>
            <a:ext cx="1433171" cy="1219675"/>
            <a:chOff x="725975" y="529375"/>
            <a:chExt cx="4581126" cy="3898687"/>
          </a:xfrm>
        </p:grpSpPr>
        <p:sp>
          <p:nvSpPr>
            <p:cNvPr id="1231" name="Google Shape;1231;p20"/>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2" name="Google Shape;1232;p20"/>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3" name="Google Shape;1233;p20"/>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4" name="Google Shape;1234;p20"/>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5" name="Google Shape;1235;p20"/>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6" name="Google Shape;1236;p20"/>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7" name="Google Shape;1237;p20"/>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8" name="Google Shape;1238;p20"/>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9" name="Google Shape;1239;p20"/>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0" name="Google Shape;1240;p20"/>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1" name="Google Shape;1241;p20"/>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2" name="Google Shape;1242;p20"/>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3" name="Google Shape;1243;p20"/>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4" name="Google Shape;1244;p20"/>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5" name="Google Shape;1245;p20"/>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6" name="Google Shape;1246;p20"/>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7" name="Google Shape;1247;p20"/>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8" name="Google Shape;1248;p20"/>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49" name="Google Shape;1249;p20"/>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0" name="Google Shape;1250;p20"/>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1" name="Google Shape;1251;p20"/>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2" name="Google Shape;1252;p20"/>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3" name="Google Shape;1253;p20"/>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54" name="Google Shape;1254;p20"/>
          <p:cNvGrpSpPr/>
          <p:nvPr/>
        </p:nvGrpSpPr>
        <p:grpSpPr>
          <a:xfrm>
            <a:off x="11069069" y="5921021"/>
            <a:ext cx="1325025" cy="1225907"/>
            <a:chOff x="940201" y="467822"/>
            <a:chExt cx="4254149" cy="3935914"/>
          </a:xfrm>
        </p:grpSpPr>
        <p:sp>
          <p:nvSpPr>
            <p:cNvPr id="1255" name="Google Shape;1255;p20"/>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6" name="Google Shape;1256;p20"/>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7" name="Google Shape;1257;p20"/>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8" name="Google Shape;1258;p20"/>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59" name="Google Shape;1259;p20"/>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0" name="Google Shape;1260;p20"/>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1" name="Google Shape;1261;p20"/>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2" name="Google Shape;1262;p20"/>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63" name="Google Shape;1263;p20"/>
          <p:cNvGrpSpPr/>
          <p:nvPr/>
        </p:nvGrpSpPr>
        <p:grpSpPr>
          <a:xfrm rot="716367">
            <a:off x="-451925" y="-540065"/>
            <a:ext cx="1418045" cy="1638495"/>
            <a:chOff x="725975" y="580175"/>
            <a:chExt cx="3328618" cy="3846085"/>
          </a:xfrm>
        </p:grpSpPr>
        <p:sp>
          <p:nvSpPr>
            <p:cNvPr id="1264" name="Google Shape;1264;p20"/>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5" name="Google Shape;1265;p20"/>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6" name="Google Shape;1266;p20"/>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7" name="Google Shape;1267;p20"/>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8" name="Google Shape;1268;p20"/>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69" name="Google Shape;1269;p20"/>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0" name="Google Shape;1270;p20"/>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1" name="Google Shape;1271;p20"/>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2" name="Google Shape;1272;p20"/>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3" name="Google Shape;1273;p20"/>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4" name="Google Shape;1274;p20"/>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5" name="Google Shape;1275;p20"/>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6" name="Google Shape;1276;p20"/>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7" name="Google Shape;1277;p20"/>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78" name="Google Shape;1278;p20"/>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279" name="Google Shape;1279;p20"/>
          <p:cNvSpPr txBox="1">
            <a:spLocks noGrp="1"/>
          </p:cNvSpPr>
          <p:nvPr>
            <p:ph type="subTitle" idx="1"/>
          </p:nvPr>
        </p:nvSpPr>
        <p:spPr>
          <a:xfrm>
            <a:off x="6371591" y="3693185"/>
            <a:ext cx="3726000" cy="134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1280" name="Google Shape;1280;p20"/>
          <p:cNvSpPr txBox="1">
            <a:spLocks noGrp="1"/>
          </p:cNvSpPr>
          <p:nvPr>
            <p:ph type="subTitle" idx="2"/>
          </p:nvPr>
        </p:nvSpPr>
        <p:spPr>
          <a:xfrm>
            <a:off x="2094417" y="3693185"/>
            <a:ext cx="3726000" cy="134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800"/>
              <a:buNone/>
              <a:defRPr sz="1867" b="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1281" name="Google Shape;1281;p20"/>
          <p:cNvSpPr txBox="1">
            <a:spLocks noGrp="1"/>
          </p:cNvSpPr>
          <p:nvPr>
            <p:ph type="subTitle" idx="3"/>
          </p:nvPr>
        </p:nvSpPr>
        <p:spPr>
          <a:xfrm>
            <a:off x="6371601" y="3168385"/>
            <a:ext cx="3726000" cy="6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282" name="Google Shape;1282;p20"/>
          <p:cNvSpPr txBox="1">
            <a:spLocks noGrp="1"/>
          </p:cNvSpPr>
          <p:nvPr>
            <p:ph type="subTitle" idx="4"/>
          </p:nvPr>
        </p:nvSpPr>
        <p:spPr>
          <a:xfrm>
            <a:off x="2094433" y="3168385"/>
            <a:ext cx="3726000" cy="6040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283" name="Google Shape;1283;p20"/>
          <p:cNvSpPr/>
          <p:nvPr/>
        </p:nvSpPr>
        <p:spPr>
          <a:xfrm>
            <a:off x="11626050" y="46507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4" name="Google Shape;1284;p20"/>
          <p:cNvSpPr/>
          <p:nvPr/>
        </p:nvSpPr>
        <p:spPr>
          <a:xfrm>
            <a:off x="363599" y="2213002"/>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5" name="Google Shape;1285;p20"/>
          <p:cNvSpPr/>
          <p:nvPr/>
        </p:nvSpPr>
        <p:spPr>
          <a:xfrm>
            <a:off x="2111218" y="6409518"/>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86" name="Google Shape;1286;p20"/>
          <p:cNvGrpSpPr/>
          <p:nvPr/>
        </p:nvGrpSpPr>
        <p:grpSpPr>
          <a:xfrm rot="2499223">
            <a:off x="10948456" y="-576175"/>
            <a:ext cx="1602565" cy="1528784"/>
            <a:chOff x="936800" y="644000"/>
            <a:chExt cx="3397834" cy="3241401"/>
          </a:xfrm>
        </p:grpSpPr>
        <p:sp>
          <p:nvSpPr>
            <p:cNvPr id="1287" name="Google Shape;1287;p20"/>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8" name="Google Shape;1288;p20"/>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9" name="Google Shape;1289;p20"/>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0" name="Google Shape;1290;p20"/>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1" name="Google Shape;1291;p20"/>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2" name="Google Shape;1292;p20"/>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3" name="Google Shape;1293;p20"/>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4" name="Google Shape;1294;p20"/>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5" name="Google Shape;1295;p20"/>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96" name="Google Shape;1296;p20"/>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297" name="Google Shape;1297;p20"/>
          <p:cNvSpPr/>
          <p:nvPr/>
        </p:nvSpPr>
        <p:spPr>
          <a:xfrm rot="264510">
            <a:off x="1313662" y="-792841"/>
            <a:ext cx="3246116" cy="1443497"/>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98" name="Google Shape;1298;p20"/>
          <p:cNvSpPr/>
          <p:nvPr/>
        </p:nvSpPr>
        <p:spPr>
          <a:xfrm rot="10535490" flipH="1">
            <a:off x="7268595" y="6167960"/>
            <a:ext cx="3246116" cy="1443497"/>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299" name="Google Shape;1299;p20"/>
          <p:cNvGrpSpPr/>
          <p:nvPr/>
        </p:nvGrpSpPr>
        <p:grpSpPr>
          <a:xfrm>
            <a:off x="290678" y="4716750"/>
            <a:ext cx="349551" cy="708717"/>
            <a:chOff x="2322875" y="1049950"/>
            <a:chExt cx="1301705" cy="2640525"/>
          </a:xfrm>
        </p:grpSpPr>
        <p:sp>
          <p:nvSpPr>
            <p:cNvPr id="1300" name="Google Shape;1300;p20"/>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1" name="Google Shape;1301;p20"/>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2" name="Google Shape;1302;p20"/>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03" name="Google Shape;1303;p20"/>
          <p:cNvGrpSpPr/>
          <p:nvPr/>
        </p:nvGrpSpPr>
        <p:grpSpPr>
          <a:xfrm>
            <a:off x="11626045" y="1356983"/>
            <a:ext cx="349551" cy="708717"/>
            <a:chOff x="2322875" y="1049950"/>
            <a:chExt cx="1301705" cy="2640525"/>
          </a:xfrm>
        </p:grpSpPr>
        <p:sp>
          <p:nvSpPr>
            <p:cNvPr id="1304" name="Google Shape;1304;p20"/>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5" name="Google Shape;1305;p20"/>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06" name="Google Shape;1306;p20"/>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408566871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307"/>
        <p:cNvGrpSpPr/>
        <p:nvPr/>
      </p:nvGrpSpPr>
      <p:grpSpPr>
        <a:xfrm>
          <a:off x="0" y="0"/>
          <a:ext cx="0" cy="0"/>
          <a:chOff x="0" y="0"/>
          <a:chExt cx="0" cy="0"/>
        </a:xfrm>
      </p:grpSpPr>
      <p:sp>
        <p:nvSpPr>
          <p:cNvPr id="1308" name="Google Shape;1308;p21"/>
          <p:cNvSpPr/>
          <p:nvPr/>
        </p:nvSpPr>
        <p:spPr>
          <a:xfrm rot="5400000" flipH="1">
            <a:off x="360288" y="3586288"/>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09" name="Google Shape;1309;p21"/>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310" name="Google Shape;1310;p21"/>
          <p:cNvSpPr txBox="1">
            <a:spLocks noGrp="1"/>
          </p:cNvSpPr>
          <p:nvPr>
            <p:ph type="subTitle" idx="1"/>
          </p:nvPr>
        </p:nvSpPr>
        <p:spPr>
          <a:xfrm>
            <a:off x="1145967" y="3862533"/>
            <a:ext cx="3108800" cy="1159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311" name="Google Shape;1311;p21"/>
          <p:cNvSpPr txBox="1">
            <a:spLocks noGrp="1"/>
          </p:cNvSpPr>
          <p:nvPr>
            <p:ph type="subTitle" idx="2"/>
          </p:nvPr>
        </p:nvSpPr>
        <p:spPr>
          <a:xfrm>
            <a:off x="4541585" y="3862533"/>
            <a:ext cx="3108800" cy="1159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312" name="Google Shape;1312;p21"/>
          <p:cNvSpPr txBox="1">
            <a:spLocks noGrp="1"/>
          </p:cNvSpPr>
          <p:nvPr>
            <p:ph type="subTitle" idx="3"/>
          </p:nvPr>
        </p:nvSpPr>
        <p:spPr>
          <a:xfrm>
            <a:off x="7937233" y="3862533"/>
            <a:ext cx="3108800" cy="11592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313" name="Google Shape;1313;p21"/>
          <p:cNvSpPr txBox="1">
            <a:spLocks noGrp="1"/>
          </p:cNvSpPr>
          <p:nvPr>
            <p:ph type="subTitle" idx="4"/>
          </p:nvPr>
        </p:nvSpPr>
        <p:spPr>
          <a:xfrm>
            <a:off x="1145967" y="3431867"/>
            <a:ext cx="3108800" cy="574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314" name="Google Shape;1314;p21"/>
          <p:cNvSpPr txBox="1">
            <a:spLocks noGrp="1"/>
          </p:cNvSpPr>
          <p:nvPr>
            <p:ph type="subTitle" idx="5"/>
          </p:nvPr>
        </p:nvSpPr>
        <p:spPr>
          <a:xfrm>
            <a:off x="4541600" y="3431867"/>
            <a:ext cx="3108800" cy="574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315" name="Google Shape;1315;p21"/>
          <p:cNvSpPr txBox="1">
            <a:spLocks noGrp="1"/>
          </p:cNvSpPr>
          <p:nvPr>
            <p:ph type="subTitle" idx="6"/>
          </p:nvPr>
        </p:nvSpPr>
        <p:spPr>
          <a:xfrm>
            <a:off x="7937233" y="3431867"/>
            <a:ext cx="3108800" cy="574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316" name="Google Shape;1316;p21"/>
          <p:cNvSpPr/>
          <p:nvPr/>
        </p:nvSpPr>
        <p:spPr>
          <a:xfrm>
            <a:off x="2819324" y="-67"/>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17" name="Google Shape;1317;p21"/>
          <p:cNvSpPr/>
          <p:nvPr/>
        </p:nvSpPr>
        <p:spPr>
          <a:xfrm rot="10800000" flipH="1">
            <a:off x="7321857" y="6152167"/>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18" name="Google Shape;1318;p21"/>
          <p:cNvSpPr/>
          <p:nvPr/>
        </p:nvSpPr>
        <p:spPr>
          <a:xfrm rot="10800000" flipH="1">
            <a:off x="8702833" y="57570"/>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19" name="Google Shape;1319;p21"/>
          <p:cNvGrpSpPr/>
          <p:nvPr/>
        </p:nvGrpSpPr>
        <p:grpSpPr>
          <a:xfrm>
            <a:off x="-312763" y="-435332"/>
            <a:ext cx="1406705" cy="1282583"/>
            <a:chOff x="940201" y="467822"/>
            <a:chExt cx="4254149" cy="3935914"/>
          </a:xfrm>
        </p:grpSpPr>
        <p:sp>
          <p:nvSpPr>
            <p:cNvPr id="1320" name="Google Shape;1320;p21"/>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1" name="Google Shape;1321;p21"/>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2" name="Google Shape;1322;p21"/>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3" name="Google Shape;1323;p21"/>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4" name="Google Shape;1324;p21"/>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5" name="Google Shape;1325;p21"/>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6" name="Google Shape;1326;p21"/>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27" name="Google Shape;1327;p21"/>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28" name="Google Shape;1328;p21"/>
          <p:cNvGrpSpPr/>
          <p:nvPr/>
        </p:nvGrpSpPr>
        <p:grpSpPr>
          <a:xfrm>
            <a:off x="11078249" y="5766010"/>
            <a:ext cx="1323737" cy="1416463"/>
            <a:chOff x="1141181" y="262025"/>
            <a:chExt cx="4067198" cy="4352099"/>
          </a:xfrm>
        </p:grpSpPr>
        <p:sp>
          <p:nvSpPr>
            <p:cNvPr id="1329" name="Google Shape;1329;p21"/>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0" name="Google Shape;1330;p21"/>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1" name="Google Shape;1331;p21"/>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2" name="Google Shape;1332;p21"/>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3" name="Google Shape;1333;p21"/>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4" name="Google Shape;1334;p21"/>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5" name="Google Shape;1335;p21"/>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6" name="Google Shape;1336;p21"/>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7" name="Google Shape;1337;p21"/>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8" name="Google Shape;1338;p21"/>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9" name="Google Shape;1339;p21"/>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0" name="Google Shape;1340;p21"/>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1" name="Google Shape;1341;p21"/>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42" name="Google Shape;1342;p21"/>
          <p:cNvGrpSpPr/>
          <p:nvPr/>
        </p:nvGrpSpPr>
        <p:grpSpPr>
          <a:xfrm rot="3083356">
            <a:off x="-389344" y="5745803"/>
            <a:ext cx="1652381" cy="1576308"/>
            <a:chOff x="936800" y="644000"/>
            <a:chExt cx="3397834" cy="3241401"/>
          </a:xfrm>
        </p:grpSpPr>
        <p:sp>
          <p:nvSpPr>
            <p:cNvPr id="1343" name="Google Shape;1343;p21"/>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4" name="Google Shape;1344;p21"/>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5" name="Google Shape;1345;p21"/>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6" name="Google Shape;1346;p21"/>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7" name="Google Shape;1347;p21"/>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8" name="Google Shape;1348;p21"/>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49" name="Google Shape;1349;p21"/>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0" name="Google Shape;1350;p21"/>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1" name="Google Shape;1351;p21"/>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2" name="Google Shape;1352;p21"/>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53" name="Google Shape;1353;p21"/>
          <p:cNvGrpSpPr/>
          <p:nvPr/>
        </p:nvGrpSpPr>
        <p:grpSpPr>
          <a:xfrm rot="3068060">
            <a:off x="11036775" y="-415241"/>
            <a:ext cx="1539948" cy="1310545"/>
            <a:chOff x="725975" y="529375"/>
            <a:chExt cx="4581126" cy="3898687"/>
          </a:xfrm>
        </p:grpSpPr>
        <p:sp>
          <p:nvSpPr>
            <p:cNvPr id="1354" name="Google Shape;1354;p21"/>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5" name="Google Shape;1355;p21"/>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6" name="Google Shape;1356;p21"/>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7" name="Google Shape;1357;p21"/>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8" name="Google Shape;1358;p21"/>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59" name="Google Shape;1359;p21"/>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0" name="Google Shape;1360;p21"/>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1" name="Google Shape;1361;p21"/>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2" name="Google Shape;1362;p21"/>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3" name="Google Shape;1363;p21"/>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4" name="Google Shape;1364;p21"/>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5" name="Google Shape;1365;p21"/>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6" name="Google Shape;1366;p21"/>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7" name="Google Shape;1367;p21"/>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8" name="Google Shape;1368;p21"/>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69" name="Google Shape;1369;p21"/>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0" name="Google Shape;1370;p21"/>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1" name="Google Shape;1371;p21"/>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2" name="Google Shape;1372;p21"/>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3" name="Google Shape;1373;p21"/>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4" name="Google Shape;1374;p21"/>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5" name="Google Shape;1375;p21"/>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76" name="Google Shape;1376;p21"/>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377" name="Google Shape;1377;p21"/>
          <p:cNvSpPr/>
          <p:nvPr/>
        </p:nvSpPr>
        <p:spPr>
          <a:xfrm rot="2454991" flipH="1">
            <a:off x="5874231" y="-1605430"/>
            <a:ext cx="3906223" cy="2346363"/>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78" name="Google Shape;1378;p21"/>
          <p:cNvSpPr/>
          <p:nvPr/>
        </p:nvSpPr>
        <p:spPr>
          <a:xfrm rot="8549485">
            <a:off x="1538931" y="6004479"/>
            <a:ext cx="3906231" cy="2346364"/>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79" name="Google Shape;1379;p21"/>
          <p:cNvSpPr/>
          <p:nvPr/>
        </p:nvSpPr>
        <p:spPr>
          <a:xfrm>
            <a:off x="10203285" y="6354300"/>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0" name="Google Shape;1380;p21"/>
          <p:cNvSpPr/>
          <p:nvPr/>
        </p:nvSpPr>
        <p:spPr>
          <a:xfrm>
            <a:off x="380566" y="1754935"/>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81" name="Google Shape;1381;p21"/>
          <p:cNvGrpSpPr/>
          <p:nvPr/>
        </p:nvGrpSpPr>
        <p:grpSpPr>
          <a:xfrm>
            <a:off x="11631978" y="1630450"/>
            <a:ext cx="349551" cy="708717"/>
            <a:chOff x="2322875" y="1049950"/>
            <a:chExt cx="1301705" cy="2640525"/>
          </a:xfrm>
        </p:grpSpPr>
        <p:sp>
          <p:nvSpPr>
            <p:cNvPr id="1382" name="Google Shape;1382;p21"/>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3" name="Google Shape;1383;p21"/>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4" name="Google Shape;1384;p21"/>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385" name="Google Shape;1385;p21"/>
          <p:cNvGrpSpPr/>
          <p:nvPr/>
        </p:nvGrpSpPr>
        <p:grpSpPr>
          <a:xfrm>
            <a:off x="242095" y="4592232"/>
            <a:ext cx="349551" cy="708717"/>
            <a:chOff x="2322875" y="1049950"/>
            <a:chExt cx="1301705" cy="2640525"/>
          </a:xfrm>
        </p:grpSpPr>
        <p:sp>
          <p:nvSpPr>
            <p:cNvPr id="1386" name="Google Shape;1386;p21"/>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7" name="Google Shape;1387;p21"/>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88" name="Google Shape;1388;p21"/>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274376567"/>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389"/>
        <p:cNvGrpSpPr/>
        <p:nvPr/>
      </p:nvGrpSpPr>
      <p:grpSpPr>
        <a:xfrm>
          <a:off x="0" y="0"/>
          <a:ext cx="0" cy="0"/>
          <a:chOff x="0" y="0"/>
          <a:chExt cx="0" cy="0"/>
        </a:xfrm>
      </p:grpSpPr>
      <p:sp>
        <p:nvSpPr>
          <p:cNvPr id="1390" name="Google Shape;1390;p22"/>
          <p:cNvSpPr/>
          <p:nvPr/>
        </p:nvSpPr>
        <p:spPr>
          <a:xfrm rot="10800000" flipH="1">
            <a:off x="2165693" y="5353496"/>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1" name="Google Shape;1391;p22"/>
          <p:cNvSpPr/>
          <p:nvPr/>
        </p:nvSpPr>
        <p:spPr>
          <a:xfrm rot="-5400000" flipH="1">
            <a:off x="8862582" y="-360180"/>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2" name="Google Shape;1392;p22"/>
          <p:cNvSpPr/>
          <p:nvPr/>
        </p:nvSpPr>
        <p:spPr>
          <a:xfrm rot="10800000">
            <a:off x="44" y="-66"/>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393" name="Google Shape;1393;p22"/>
          <p:cNvGrpSpPr/>
          <p:nvPr/>
        </p:nvGrpSpPr>
        <p:grpSpPr>
          <a:xfrm rot="-6423465" flipH="1">
            <a:off x="-98654" y="-676259"/>
            <a:ext cx="1413140" cy="1632827"/>
            <a:chOff x="725975" y="580175"/>
            <a:chExt cx="3328618" cy="3846085"/>
          </a:xfrm>
        </p:grpSpPr>
        <p:sp>
          <p:nvSpPr>
            <p:cNvPr id="1394" name="Google Shape;1394;p22"/>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5" name="Google Shape;1395;p22"/>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6" name="Google Shape;1396;p22"/>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7" name="Google Shape;1397;p22"/>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8" name="Google Shape;1398;p22"/>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9" name="Google Shape;1399;p22"/>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0" name="Google Shape;1400;p22"/>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1" name="Google Shape;1401;p22"/>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2" name="Google Shape;1402;p22"/>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3" name="Google Shape;1403;p22"/>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4" name="Google Shape;1404;p22"/>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5" name="Google Shape;1405;p22"/>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6" name="Google Shape;1406;p22"/>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7" name="Google Shape;1407;p22"/>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08" name="Google Shape;1408;p22"/>
          <p:cNvGrpSpPr/>
          <p:nvPr/>
        </p:nvGrpSpPr>
        <p:grpSpPr>
          <a:xfrm rot="6685518">
            <a:off x="-145796" y="5926701"/>
            <a:ext cx="1518709" cy="1625092"/>
            <a:chOff x="1141181" y="262025"/>
            <a:chExt cx="4067198" cy="4352099"/>
          </a:xfrm>
        </p:grpSpPr>
        <p:sp>
          <p:nvSpPr>
            <p:cNvPr id="1409" name="Google Shape;1409;p22"/>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0" name="Google Shape;1410;p22"/>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1" name="Google Shape;1411;p22"/>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2" name="Google Shape;1412;p22"/>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3" name="Google Shape;1413;p22"/>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4" name="Google Shape;1414;p22"/>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5" name="Google Shape;1415;p22"/>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6" name="Google Shape;1416;p22"/>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7" name="Google Shape;1417;p22"/>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8" name="Google Shape;1418;p22"/>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19" name="Google Shape;1419;p22"/>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0" name="Google Shape;1420;p22"/>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21" name="Google Shape;1421;p22"/>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22" name="Google Shape;1422;p22"/>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23" name="Google Shape;1423;p22"/>
          <p:cNvSpPr txBox="1">
            <a:spLocks noGrp="1"/>
          </p:cNvSpPr>
          <p:nvPr>
            <p:ph type="subTitle" idx="1"/>
          </p:nvPr>
        </p:nvSpPr>
        <p:spPr>
          <a:xfrm>
            <a:off x="2999189" y="2817433"/>
            <a:ext cx="2637600" cy="88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24" name="Google Shape;1424;p22"/>
          <p:cNvSpPr txBox="1">
            <a:spLocks noGrp="1"/>
          </p:cNvSpPr>
          <p:nvPr>
            <p:ph type="subTitle" idx="2"/>
          </p:nvPr>
        </p:nvSpPr>
        <p:spPr>
          <a:xfrm>
            <a:off x="7197372" y="2817433"/>
            <a:ext cx="2637600" cy="88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25" name="Google Shape;1425;p22"/>
          <p:cNvSpPr txBox="1">
            <a:spLocks noGrp="1"/>
          </p:cNvSpPr>
          <p:nvPr>
            <p:ph type="subTitle" idx="3"/>
          </p:nvPr>
        </p:nvSpPr>
        <p:spPr>
          <a:xfrm>
            <a:off x="2999189" y="4728633"/>
            <a:ext cx="2637600" cy="88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26" name="Google Shape;1426;p22"/>
          <p:cNvSpPr txBox="1">
            <a:spLocks noGrp="1"/>
          </p:cNvSpPr>
          <p:nvPr>
            <p:ph type="subTitle" idx="4"/>
          </p:nvPr>
        </p:nvSpPr>
        <p:spPr>
          <a:xfrm>
            <a:off x="7197372" y="4728633"/>
            <a:ext cx="2637600" cy="88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27" name="Google Shape;1427;p22"/>
          <p:cNvSpPr txBox="1">
            <a:spLocks noGrp="1"/>
          </p:cNvSpPr>
          <p:nvPr>
            <p:ph type="subTitle" idx="5"/>
          </p:nvPr>
        </p:nvSpPr>
        <p:spPr>
          <a:xfrm>
            <a:off x="2999189" y="2306633"/>
            <a:ext cx="2637600" cy="58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428" name="Google Shape;1428;p22"/>
          <p:cNvSpPr txBox="1">
            <a:spLocks noGrp="1"/>
          </p:cNvSpPr>
          <p:nvPr>
            <p:ph type="subTitle" idx="6"/>
          </p:nvPr>
        </p:nvSpPr>
        <p:spPr>
          <a:xfrm>
            <a:off x="7197369" y="2306633"/>
            <a:ext cx="2637600" cy="58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429" name="Google Shape;1429;p22"/>
          <p:cNvSpPr txBox="1">
            <a:spLocks noGrp="1"/>
          </p:cNvSpPr>
          <p:nvPr>
            <p:ph type="subTitle" idx="7"/>
          </p:nvPr>
        </p:nvSpPr>
        <p:spPr>
          <a:xfrm>
            <a:off x="2999189" y="4217767"/>
            <a:ext cx="2637600" cy="58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430" name="Google Shape;1430;p22"/>
          <p:cNvSpPr txBox="1">
            <a:spLocks noGrp="1"/>
          </p:cNvSpPr>
          <p:nvPr>
            <p:ph type="subTitle" idx="8"/>
          </p:nvPr>
        </p:nvSpPr>
        <p:spPr>
          <a:xfrm>
            <a:off x="7197369" y="4217767"/>
            <a:ext cx="2637600" cy="585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grpSp>
        <p:nvGrpSpPr>
          <p:cNvPr id="1431" name="Google Shape;1431;p22"/>
          <p:cNvGrpSpPr/>
          <p:nvPr/>
        </p:nvGrpSpPr>
        <p:grpSpPr>
          <a:xfrm rot="-9502837" flipH="1">
            <a:off x="11264496" y="5958994"/>
            <a:ext cx="1482936" cy="1414663"/>
            <a:chOff x="936800" y="644000"/>
            <a:chExt cx="3397834" cy="3241401"/>
          </a:xfrm>
        </p:grpSpPr>
        <p:sp>
          <p:nvSpPr>
            <p:cNvPr id="1432" name="Google Shape;1432;p22"/>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3" name="Google Shape;1433;p22"/>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4" name="Google Shape;1434;p22"/>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5" name="Google Shape;1435;p22"/>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6" name="Google Shape;1436;p22"/>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7" name="Google Shape;1437;p22"/>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8" name="Google Shape;1438;p22"/>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39" name="Google Shape;1439;p22"/>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0" name="Google Shape;1440;p22"/>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1" name="Google Shape;1441;p22"/>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42" name="Google Shape;1442;p22"/>
          <p:cNvSpPr/>
          <p:nvPr/>
        </p:nvSpPr>
        <p:spPr>
          <a:xfrm>
            <a:off x="10709818" y="6413284"/>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43" name="Google Shape;1443;p22"/>
          <p:cNvSpPr/>
          <p:nvPr/>
        </p:nvSpPr>
        <p:spPr>
          <a:xfrm>
            <a:off x="365285" y="1726500"/>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44" name="Google Shape;1444;p22"/>
          <p:cNvSpPr/>
          <p:nvPr/>
        </p:nvSpPr>
        <p:spPr>
          <a:xfrm>
            <a:off x="10438099" y="182285"/>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45" name="Google Shape;1445;p22"/>
          <p:cNvGrpSpPr/>
          <p:nvPr/>
        </p:nvGrpSpPr>
        <p:grpSpPr>
          <a:xfrm rot="10020993" flipH="1">
            <a:off x="11042413" y="-363131"/>
            <a:ext cx="1540552" cy="1613815"/>
            <a:chOff x="1511250" y="306000"/>
            <a:chExt cx="3756676" cy="3935328"/>
          </a:xfrm>
        </p:grpSpPr>
        <p:sp>
          <p:nvSpPr>
            <p:cNvPr id="1446" name="Google Shape;1446;p22"/>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7" name="Google Shape;1447;p22"/>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8" name="Google Shape;1448;p22"/>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49" name="Google Shape;1449;p22"/>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0" name="Google Shape;1450;p22"/>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1" name="Google Shape;1451;p22"/>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2" name="Google Shape;1452;p22"/>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3" name="Google Shape;1453;p22"/>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4" name="Google Shape;1454;p22"/>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5" name="Google Shape;1455;p22"/>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6" name="Google Shape;1456;p22"/>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7" name="Google Shape;1457;p22"/>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8" name="Google Shape;1458;p22"/>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59" name="Google Shape;1459;p22"/>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0" name="Google Shape;1460;p22"/>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1" name="Google Shape;1461;p22"/>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2" name="Google Shape;1462;p22"/>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3" name="Google Shape;1463;p22"/>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4" name="Google Shape;1464;p22"/>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5" name="Google Shape;1465;p22"/>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6" name="Google Shape;1466;p22"/>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7" name="Google Shape;1467;p22"/>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8" name="Google Shape;1468;p22"/>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69" name="Google Shape;1469;p22"/>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0" name="Google Shape;1470;p22"/>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1" name="Google Shape;1471;p22"/>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2" name="Google Shape;1472;p22"/>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3" name="Google Shape;1473;p22"/>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4" name="Google Shape;1474;p22"/>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5" name="Google Shape;1475;p22"/>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6" name="Google Shape;1476;p22"/>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7" name="Google Shape;1477;p22"/>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8" name="Google Shape;1478;p22"/>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79" name="Google Shape;1479;p22"/>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80" name="Google Shape;1480;p22"/>
          <p:cNvSpPr/>
          <p:nvPr/>
        </p:nvSpPr>
        <p:spPr>
          <a:xfrm flipH="1">
            <a:off x="2535669" y="-847566"/>
            <a:ext cx="3240385" cy="1440948"/>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81" name="Google Shape;1481;p22"/>
          <p:cNvSpPr/>
          <p:nvPr/>
        </p:nvSpPr>
        <p:spPr>
          <a:xfrm rot="10800000">
            <a:off x="6495169" y="6206218"/>
            <a:ext cx="3240385" cy="1440948"/>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482" name="Google Shape;1482;p22"/>
          <p:cNvGrpSpPr/>
          <p:nvPr/>
        </p:nvGrpSpPr>
        <p:grpSpPr>
          <a:xfrm>
            <a:off x="11588229" y="1496599"/>
            <a:ext cx="349551" cy="708717"/>
            <a:chOff x="2322875" y="1049950"/>
            <a:chExt cx="1301705" cy="2640525"/>
          </a:xfrm>
        </p:grpSpPr>
        <p:sp>
          <p:nvSpPr>
            <p:cNvPr id="1483" name="Google Shape;1483;p22"/>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4" name="Google Shape;1484;p22"/>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5" name="Google Shape;1485;p22"/>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486" name="Google Shape;1486;p22"/>
          <p:cNvGrpSpPr/>
          <p:nvPr/>
        </p:nvGrpSpPr>
        <p:grpSpPr>
          <a:xfrm>
            <a:off x="221762" y="4644783"/>
            <a:ext cx="349551" cy="708717"/>
            <a:chOff x="2322875" y="1049950"/>
            <a:chExt cx="1301705" cy="2640525"/>
          </a:xfrm>
        </p:grpSpPr>
        <p:sp>
          <p:nvSpPr>
            <p:cNvPr id="1487" name="Google Shape;1487;p22"/>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8" name="Google Shape;1488;p22"/>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89" name="Google Shape;1489;p22"/>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1337002658"/>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490"/>
        <p:cNvGrpSpPr/>
        <p:nvPr/>
      </p:nvGrpSpPr>
      <p:grpSpPr>
        <a:xfrm>
          <a:off x="0" y="0"/>
          <a:ext cx="0" cy="0"/>
          <a:chOff x="0" y="0"/>
          <a:chExt cx="0" cy="0"/>
        </a:xfrm>
      </p:grpSpPr>
      <p:sp>
        <p:nvSpPr>
          <p:cNvPr id="1491" name="Google Shape;1491;p23"/>
          <p:cNvSpPr/>
          <p:nvPr/>
        </p:nvSpPr>
        <p:spPr>
          <a:xfrm>
            <a:off x="2007191" y="0"/>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92" name="Google Shape;1492;p23"/>
          <p:cNvSpPr/>
          <p:nvPr/>
        </p:nvSpPr>
        <p:spPr>
          <a:xfrm rot="10800000">
            <a:off x="7762991" y="6094400"/>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93" name="Google Shape;1493;p23"/>
          <p:cNvSpPr/>
          <p:nvPr/>
        </p:nvSpPr>
        <p:spPr>
          <a:xfrm rot="5400000" flipH="1">
            <a:off x="360288" y="3528521"/>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94" name="Google Shape;1494;p23"/>
          <p:cNvSpPr/>
          <p:nvPr/>
        </p:nvSpPr>
        <p:spPr>
          <a:xfrm rot="10800000" flipH="1">
            <a:off x="8702833" y="3"/>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95" name="Google Shape;1495;p23"/>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496" name="Google Shape;1496;p23"/>
          <p:cNvSpPr txBox="1">
            <a:spLocks noGrp="1"/>
          </p:cNvSpPr>
          <p:nvPr>
            <p:ph type="subTitle" idx="1"/>
          </p:nvPr>
        </p:nvSpPr>
        <p:spPr>
          <a:xfrm>
            <a:off x="1074900" y="2924233"/>
            <a:ext cx="2934400" cy="6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97" name="Google Shape;1497;p23"/>
          <p:cNvSpPr txBox="1">
            <a:spLocks noGrp="1"/>
          </p:cNvSpPr>
          <p:nvPr>
            <p:ph type="subTitle" idx="2"/>
          </p:nvPr>
        </p:nvSpPr>
        <p:spPr>
          <a:xfrm>
            <a:off x="4628804" y="2924233"/>
            <a:ext cx="2934400" cy="6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98" name="Google Shape;1498;p23"/>
          <p:cNvSpPr txBox="1">
            <a:spLocks noGrp="1"/>
          </p:cNvSpPr>
          <p:nvPr>
            <p:ph type="subTitle" idx="3"/>
          </p:nvPr>
        </p:nvSpPr>
        <p:spPr>
          <a:xfrm>
            <a:off x="1074900" y="5038633"/>
            <a:ext cx="2934400" cy="6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499" name="Google Shape;1499;p23"/>
          <p:cNvSpPr txBox="1">
            <a:spLocks noGrp="1"/>
          </p:cNvSpPr>
          <p:nvPr>
            <p:ph type="subTitle" idx="4"/>
          </p:nvPr>
        </p:nvSpPr>
        <p:spPr>
          <a:xfrm>
            <a:off x="4628804" y="5038633"/>
            <a:ext cx="2934400" cy="6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500" name="Google Shape;1500;p23"/>
          <p:cNvSpPr txBox="1">
            <a:spLocks noGrp="1"/>
          </p:cNvSpPr>
          <p:nvPr>
            <p:ph type="subTitle" idx="5"/>
          </p:nvPr>
        </p:nvSpPr>
        <p:spPr>
          <a:xfrm>
            <a:off x="8182641" y="2924233"/>
            <a:ext cx="2934400" cy="6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501" name="Google Shape;1501;p23"/>
          <p:cNvSpPr txBox="1">
            <a:spLocks noGrp="1"/>
          </p:cNvSpPr>
          <p:nvPr>
            <p:ph type="subTitle" idx="6"/>
          </p:nvPr>
        </p:nvSpPr>
        <p:spPr>
          <a:xfrm>
            <a:off x="8182641" y="5038633"/>
            <a:ext cx="2934400" cy="646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502" name="Google Shape;1502;p23"/>
          <p:cNvSpPr txBox="1">
            <a:spLocks noGrp="1"/>
          </p:cNvSpPr>
          <p:nvPr>
            <p:ph type="subTitle" idx="7"/>
          </p:nvPr>
        </p:nvSpPr>
        <p:spPr>
          <a:xfrm>
            <a:off x="1074900" y="2582600"/>
            <a:ext cx="2934400" cy="49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503" name="Google Shape;1503;p23"/>
          <p:cNvSpPr txBox="1">
            <a:spLocks noGrp="1"/>
          </p:cNvSpPr>
          <p:nvPr>
            <p:ph type="subTitle" idx="8"/>
          </p:nvPr>
        </p:nvSpPr>
        <p:spPr>
          <a:xfrm>
            <a:off x="4628800" y="2582600"/>
            <a:ext cx="2934400" cy="49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504" name="Google Shape;1504;p23"/>
          <p:cNvSpPr txBox="1">
            <a:spLocks noGrp="1"/>
          </p:cNvSpPr>
          <p:nvPr>
            <p:ph type="subTitle" idx="9"/>
          </p:nvPr>
        </p:nvSpPr>
        <p:spPr>
          <a:xfrm>
            <a:off x="1074900" y="4697000"/>
            <a:ext cx="2934400" cy="49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505" name="Google Shape;1505;p23"/>
          <p:cNvSpPr txBox="1">
            <a:spLocks noGrp="1"/>
          </p:cNvSpPr>
          <p:nvPr>
            <p:ph type="subTitle" idx="13"/>
          </p:nvPr>
        </p:nvSpPr>
        <p:spPr>
          <a:xfrm>
            <a:off x="4628800" y="4697000"/>
            <a:ext cx="2934400" cy="49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506" name="Google Shape;1506;p23"/>
          <p:cNvSpPr txBox="1">
            <a:spLocks noGrp="1"/>
          </p:cNvSpPr>
          <p:nvPr>
            <p:ph type="subTitle" idx="14"/>
          </p:nvPr>
        </p:nvSpPr>
        <p:spPr>
          <a:xfrm>
            <a:off x="8182632" y="2582600"/>
            <a:ext cx="2934400" cy="49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507" name="Google Shape;1507;p23"/>
          <p:cNvSpPr txBox="1">
            <a:spLocks noGrp="1"/>
          </p:cNvSpPr>
          <p:nvPr>
            <p:ph type="subTitle" idx="15"/>
          </p:nvPr>
        </p:nvSpPr>
        <p:spPr>
          <a:xfrm>
            <a:off x="8182632" y="4697000"/>
            <a:ext cx="2934400" cy="4964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grpSp>
        <p:nvGrpSpPr>
          <p:cNvPr id="1508" name="Google Shape;1508;p23"/>
          <p:cNvGrpSpPr/>
          <p:nvPr/>
        </p:nvGrpSpPr>
        <p:grpSpPr>
          <a:xfrm rot="-4376535">
            <a:off x="-98654" y="5760799"/>
            <a:ext cx="1413140" cy="1632827"/>
            <a:chOff x="725975" y="580175"/>
            <a:chExt cx="3328618" cy="3846085"/>
          </a:xfrm>
        </p:grpSpPr>
        <p:sp>
          <p:nvSpPr>
            <p:cNvPr id="1509" name="Google Shape;1509;p23"/>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0" name="Google Shape;1510;p23"/>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1" name="Google Shape;1511;p23"/>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2" name="Google Shape;1512;p23"/>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3" name="Google Shape;1513;p23"/>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4" name="Google Shape;1514;p23"/>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5" name="Google Shape;1515;p23"/>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6" name="Google Shape;1516;p23"/>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7" name="Google Shape;1517;p23"/>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8" name="Google Shape;1518;p23"/>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19" name="Google Shape;1519;p23"/>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0" name="Google Shape;1520;p23"/>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1" name="Google Shape;1521;p23"/>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2" name="Google Shape;1522;p23"/>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23" name="Google Shape;1523;p23"/>
          <p:cNvGrpSpPr/>
          <p:nvPr/>
        </p:nvGrpSpPr>
        <p:grpSpPr>
          <a:xfrm rot="-1297163">
            <a:off x="-211771" y="-551389"/>
            <a:ext cx="1482936" cy="1414663"/>
            <a:chOff x="936800" y="644000"/>
            <a:chExt cx="3397834" cy="3241401"/>
          </a:xfrm>
        </p:grpSpPr>
        <p:sp>
          <p:nvSpPr>
            <p:cNvPr id="1524" name="Google Shape;1524;p23"/>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5" name="Google Shape;1525;p23"/>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6" name="Google Shape;1526;p23"/>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7" name="Google Shape;1527;p23"/>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8" name="Google Shape;1528;p23"/>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9" name="Google Shape;1529;p23"/>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0" name="Google Shape;1530;p23"/>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1" name="Google Shape;1531;p23"/>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2" name="Google Shape;1532;p23"/>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3" name="Google Shape;1533;p23"/>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34" name="Google Shape;1534;p23"/>
          <p:cNvGrpSpPr/>
          <p:nvPr/>
        </p:nvGrpSpPr>
        <p:grpSpPr>
          <a:xfrm rot="-6685518" flipH="1">
            <a:off x="10998070" y="5926701"/>
            <a:ext cx="1518709" cy="1625092"/>
            <a:chOff x="1141181" y="262025"/>
            <a:chExt cx="4067198" cy="4352099"/>
          </a:xfrm>
        </p:grpSpPr>
        <p:sp>
          <p:nvSpPr>
            <p:cNvPr id="1535" name="Google Shape;1535;p23"/>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6" name="Google Shape;1536;p23"/>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7" name="Google Shape;1537;p23"/>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8" name="Google Shape;1538;p23"/>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39" name="Google Shape;1539;p23"/>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0" name="Google Shape;1540;p23"/>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1" name="Google Shape;1541;p23"/>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2" name="Google Shape;1542;p23"/>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3" name="Google Shape;1543;p23"/>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4" name="Google Shape;1544;p23"/>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5" name="Google Shape;1545;p23"/>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6" name="Google Shape;1546;p23"/>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47" name="Google Shape;1547;p23"/>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48" name="Google Shape;1548;p23"/>
          <p:cNvGrpSpPr/>
          <p:nvPr/>
        </p:nvGrpSpPr>
        <p:grpSpPr>
          <a:xfrm>
            <a:off x="11232029" y="-494220"/>
            <a:ext cx="1297232" cy="1200192"/>
            <a:chOff x="940201" y="467822"/>
            <a:chExt cx="4254149" cy="3935914"/>
          </a:xfrm>
        </p:grpSpPr>
        <p:sp>
          <p:nvSpPr>
            <p:cNvPr id="1549" name="Google Shape;1549;p23"/>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0" name="Google Shape;1550;p23"/>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1" name="Google Shape;1551;p23"/>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2" name="Google Shape;1552;p23"/>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3" name="Google Shape;1553;p23"/>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4" name="Google Shape;1554;p23"/>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5" name="Google Shape;1555;p23"/>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56" name="Google Shape;1556;p23"/>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557" name="Google Shape;1557;p23"/>
          <p:cNvSpPr/>
          <p:nvPr/>
        </p:nvSpPr>
        <p:spPr>
          <a:xfrm rot="10800000">
            <a:off x="204085" y="1596548"/>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58" name="Google Shape;1558;p23"/>
          <p:cNvSpPr/>
          <p:nvPr/>
        </p:nvSpPr>
        <p:spPr>
          <a:xfrm rot="10800000">
            <a:off x="2231424" y="224314"/>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59" name="Google Shape;1559;p23"/>
          <p:cNvSpPr/>
          <p:nvPr/>
        </p:nvSpPr>
        <p:spPr>
          <a:xfrm rot="10800000">
            <a:off x="11683118" y="5339332"/>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60" name="Google Shape;1560;p23"/>
          <p:cNvSpPr/>
          <p:nvPr/>
        </p:nvSpPr>
        <p:spPr>
          <a:xfrm rot="10800000">
            <a:off x="8702824" y="6454465"/>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61" name="Google Shape;1561;p23"/>
          <p:cNvSpPr/>
          <p:nvPr/>
        </p:nvSpPr>
        <p:spPr>
          <a:xfrm rot="2029634" flipH="1">
            <a:off x="6764373" y="-858580"/>
            <a:ext cx="2618867" cy="1573007"/>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62" name="Google Shape;1562;p23"/>
          <p:cNvSpPr/>
          <p:nvPr/>
        </p:nvSpPr>
        <p:spPr>
          <a:xfrm rot="8770366">
            <a:off x="1811840" y="6184054"/>
            <a:ext cx="2618867" cy="1573007"/>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63" name="Google Shape;1563;p23"/>
          <p:cNvGrpSpPr/>
          <p:nvPr/>
        </p:nvGrpSpPr>
        <p:grpSpPr>
          <a:xfrm>
            <a:off x="11582645" y="1002616"/>
            <a:ext cx="349551" cy="708717"/>
            <a:chOff x="2322875" y="1049950"/>
            <a:chExt cx="1301705" cy="2640525"/>
          </a:xfrm>
        </p:grpSpPr>
        <p:sp>
          <p:nvSpPr>
            <p:cNvPr id="1564" name="Google Shape;1564;p23"/>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5" name="Google Shape;1565;p23"/>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6" name="Google Shape;1566;p23"/>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67" name="Google Shape;1567;p23"/>
          <p:cNvGrpSpPr/>
          <p:nvPr/>
        </p:nvGrpSpPr>
        <p:grpSpPr>
          <a:xfrm>
            <a:off x="260795" y="4697016"/>
            <a:ext cx="349551" cy="708717"/>
            <a:chOff x="2322875" y="1049950"/>
            <a:chExt cx="1301705" cy="2640525"/>
          </a:xfrm>
        </p:grpSpPr>
        <p:sp>
          <p:nvSpPr>
            <p:cNvPr id="1568" name="Google Shape;1568;p23"/>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69" name="Google Shape;1569;p23"/>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70" name="Google Shape;1570;p23"/>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2660441258"/>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571"/>
        <p:cNvGrpSpPr/>
        <p:nvPr/>
      </p:nvGrpSpPr>
      <p:grpSpPr>
        <a:xfrm>
          <a:off x="0" y="0"/>
          <a:ext cx="0" cy="0"/>
          <a:chOff x="0" y="0"/>
          <a:chExt cx="0" cy="0"/>
        </a:xfrm>
      </p:grpSpPr>
      <p:sp>
        <p:nvSpPr>
          <p:cNvPr id="1572" name="Google Shape;1572;p24"/>
          <p:cNvSpPr/>
          <p:nvPr/>
        </p:nvSpPr>
        <p:spPr>
          <a:xfrm rot="10800000">
            <a:off x="4994449" y="5403599"/>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73" name="Google Shape;1573;p24"/>
          <p:cNvSpPr/>
          <p:nvPr/>
        </p:nvSpPr>
        <p:spPr>
          <a:xfrm rot="5400000">
            <a:off x="360288" y="-373877"/>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74" name="Google Shape;1574;p24"/>
          <p:cNvSpPr/>
          <p:nvPr/>
        </p:nvSpPr>
        <p:spPr>
          <a:xfrm rot="10800000" flipH="1">
            <a:off x="8702833" y="-13764"/>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75" name="Google Shape;1575;p24"/>
          <p:cNvSpPr txBox="1">
            <a:spLocks noGrp="1"/>
          </p:cNvSpPr>
          <p:nvPr>
            <p:ph type="title" hasCustomPrompt="1"/>
          </p:nvPr>
        </p:nvSpPr>
        <p:spPr>
          <a:xfrm>
            <a:off x="1485367" y="825517"/>
            <a:ext cx="4512400" cy="10252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667">
                <a:solidFill>
                  <a:schemeClr val="dk2"/>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576" name="Google Shape;1576;p24"/>
          <p:cNvSpPr txBox="1">
            <a:spLocks noGrp="1"/>
          </p:cNvSpPr>
          <p:nvPr>
            <p:ph type="subTitle" idx="1"/>
          </p:nvPr>
        </p:nvSpPr>
        <p:spPr>
          <a:xfrm>
            <a:off x="1485367" y="1850717"/>
            <a:ext cx="4512400" cy="54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PT Sans"/>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577" name="Google Shape;1577;p24"/>
          <p:cNvSpPr txBox="1">
            <a:spLocks noGrp="1"/>
          </p:cNvSpPr>
          <p:nvPr>
            <p:ph type="title" idx="2" hasCustomPrompt="1"/>
          </p:nvPr>
        </p:nvSpPr>
        <p:spPr>
          <a:xfrm>
            <a:off x="1485367" y="2630705"/>
            <a:ext cx="4512400" cy="10252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667">
                <a:solidFill>
                  <a:schemeClr val="dk2"/>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578" name="Google Shape;1578;p24"/>
          <p:cNvSpPr txBox="1">
            <a:spLocks noGrp="1"/>
          </p:cNvSpPr>
          <p:nvPr>
            <p:ph type="subTitle" idx="3"/>
          </p:nvPr>
        </p:nvSpPr>
        <p:spPr>
          <a:xfrm>
            <a:off x="1485367" y="3655917"/>
            <a:ext cx="4512400" cy="54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PT Sans"/>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sp>
        <p:nvSpPr>
          <p:cNvPr id="1579" name="Google Shape;1579;p24"/>
          <p:cNvSpPr txBox="1">
            <a:spLocks noGrp="1"/>
          </p:cNvSpPr>
          <p:nvPr>
            <p:ph type="title" idx="4" hasCustomPrompt="1"/>
          </p:nvPr>
        </p:nvSpPr>
        <p:spPr>
          <a:xfrm>
            <a:off x="1485367" y="4458483"/>
            <a:ext cx="4512400" cy="10252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667">
                <a:solidFill>
                  <a:schemeClr val="dk2"/>
                </a:solidFill>
              </a:defRPr>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580" name="Google Shape;1580;p24"/>
          <p:cNvSpPr txBox="1">
            <a:spLocks noGrp="1"/>
          </p:cNvSpPr>
          <p:nvPr>
            <p:ph type="subTitle" idx="5"/>
          </p:nvPr>
        </p:nvSpPr>
        <p:spPr>
          <a:xfrm>
            <a:off x="1485367" y="5483683"/>
            <a:ext cx="4512400" cy="548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400"/>
              <a:buFont typeface="PT Sans"/>
              <a:buNone/>
              <a:defRPr sz="2133">
                <a:solidFill>
                  <a:schemeClr val="dk1"/>
                </a:solidFill>
              </a:defRPr>
            </a:lvl1pPr>
            <a:lvl2pPr lvl="1" algn="ctr" rtl="0">
              <a:lnSpc>
                <a:spcPct val="100000"/>
              </a:lnSpc>
              <a:spcBef>
                <a:spcPts val="0"/>
              </a:spcBef>
              <a:spcAft>
                <a:spcPts val="0"/>
              </a:spcAft>
              <a:buClr>
                <a:schemeClr val="dk1"/>
              </a:buClr>
              <a:buSzPts val="2100"/>
              <a:buNone/>
              <a:defRPr sz="2800">
                <a:solidFill>
                  <a:schemeClr val="dk1"/>
                </a:solidFill>
              </a:defRPr>
            </a:lvl2pPr>
            <a:lvl3pPr lvl="2" algn="ctr" rtl="0">
              <a:lnSpc>
                <a:spcPct val="100000"/>
              </a:lnSpc>
              <a:spcBef>
                <a:spcPts val="0"/>
              </a:spcBef>
              <a:spcAft>
                <a:spcPts val="0"/>
              </a:spcAft>
              <a:buClr>
                <a:schemeClr val="dk1"/>
              </a:buClr>
              <a:buSzPts val="2100"/>
              <a:buNone/>
              <a:defRPr sz="2800">
                <a:solidFill>
                  <a:schemeClr val="dk1"/>
                </a:solidFill>
              </a:defRPr>
            </a:lvl3pPr>
            <a:lvl4pPr lvl="3"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2100"/>
              <a:buFont typeface="PT Sans"/>
              <a:buNone/>
              <a:defRPr sz="2800">
                <a:solidFill>
                  <a:schemeClr val="dk1"/>
                </a:solidFill>
                <a:latin typeface="PT Sans"/>
                <a:ea typeface="PT Sans"/>
                <a:cs typeface="PT Sans"/>
                <a:sym typeface="PT Sans"/>
              </a:defRPr>
            </a:lvl9pPr>
          </a:lstStyle>
          <a:p>
            <a:r>
              <a:rPr lang="en-US"/>
              <a:t>Click to edit Master subtitle style</a:t>
            </a:r>
            <a:endParaRPr/>
          </a:p>
        </p:txBody>
      </p:sp>
      <p:grpSp>
        <p:nvGrpSpPr>
          <p:cNvPr id="1581" name="Google Shape;1581;p24"/>
          <p:cNvGrpSpPr/>
          <p:nvPr/>
        </p:nvGrpSpPr>
        <p:grpSpPr>
          <a:xfrm rot="10800000" flipH="1">
            <a:off x="-764707" y="5666341"/>
            <a:ext cx="1816681" cy="1943937"/>
            <a:chOff x="1141181" y="262025"/>
            <a:chExt cx="4067198" cy="4352099"/>
          </a:xfrm>
        </p:grpSpPr>
        <p:sp>
          <p:nvSpPr>
            <p:cNvPr id="1582" name="Google Shape;1582;p24"/>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3" name="Google Shape;1583;p24"/>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4" name="Google Shape;1584;p24"/>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5" name="Google Shape;1585;p24"/>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6" name="Google Shape;1586;p24"/>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7" name="Google Shape;1587;p24"/>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8" name="Google Shape;1588;p24"/>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89" name="Google Shape;1589;p24"/>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0" name="Google Shape;1590;p24"/>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1" name="Google Shape;1591;p24"/>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2" name="Google Shape;1592;p24"/>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3" name="Google Shape;1593;p24"/>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4" name="Google Shape;1594;p24"/>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595" name="Google Shape;1595;p24"/>
          <p:cNvGrpSpPr/>
          <p:nvPr/>
        </p:nvGrpSpPr>
        <p:grpSpPr>
          <a:xfrm rot="4046899">
            <a:off x="-1108196" y="-947812"/>
            <a:ext cx="2201992" cy="2306709"/>
            <a:chOff x="1511250" y="306000"/>
            <a:chExt cx="3756676" cy="3935328"/>
          </a:xfrm>
        </p:grpSpPr>
        <p:sp>
          <p:nvSpPr>
            <p:cNvPr id="1596" name="Google Shape;1596;p24"/>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7" name="Google Shape;1597;p24"/>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8" name="Google Shape;1598;p24"/>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99" name="Google Shape;1599;p24"/>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0" name="Google Shape;1600;p24"/>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1" name="Google Shape;1601;p24"/>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2" name="Google Shape;1602;p24"/>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3" name="Google Shape;1603;p24"/>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4" name="Google Shape;1604;p24"/>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5" name="Google Shape;1605;p24"/>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6" name="Google Shape;1606;p24"/>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7" name="Google Shape;1607;p24"/>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8" name="Google Shape;1608;p24"/>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09" name="Google Shape;1609;p24"/>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0" name="Google Shape;1610;p24"/>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1" name="Google Shape;1611;p24"/>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2" name="Google Shape;1612;p24"/>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3" name="Google Shape;1613;p24"/>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4" name="Google Shape;1614;p24"/>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5" name="Google Shape;1615;p24"/>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6" name="Google Shape;1616;p24"/>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7" name="Google Shape;1617;p24"/>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8" name="Google Shape;1618;p24"/>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19" name="Google Shape;1619;p24"/>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0" name="Google Shape;1620;p24"/>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1" name="Google Shape;1621;p24"/>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2" name="Google Shape;1622;p24"/>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3" name="Google Shape;1623;p24"/>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4" name="Google Shape;1624;p24"/>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5" name="Google Shape;1625;p24"/>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6" name="Google Shape;1626;p24"/>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7" name="Google Shape;1627;p24"/>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8" name="Google Shape;1628;p24"/>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29" name="Google Shape;1629;p24"/>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30" name="Google Shape;1630;p24"/>
          <p:cNvGrpSpPr/>
          <p:nvPr/>
        </p:nvGrpSpPr>
        <p:grpSpPr>
          <a:xfrm rot="8807843" flipH="1">
            <a:off x="11088444" y="-637197"/>
            <a:ext cx="2289999" cy="1948864"/>
            <a:chOff x="725975" y="529375"/>
            <a:chExt cx="4581126" cy="3898687"/>
          </a:xfrm>
        </p:grpSpPr>
        <p:sp>
          <p:nvSpPr>
            <p:cNvPr id="1631" name="Google Shape;1631;p24"/>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2" name="Google Shape;1632;p24"/>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3" name="Google Shape;1633;p24"/>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4" name="Google Shape;1634;p24"/>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5" name="Google Shape;1635;p24"/>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6" name="Google Shape;1636;p24"/>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7" name="Google Shape;1637;p24"/>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8" name="Google Shape;1638;p24"/>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39" name="Google Shape;1639;p24"/>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0" name="Google Shape;1640;p24"/>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1" name="Google Shape;1641;p24"/>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2" name="Google Shape;1642;p24"/>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3" name="Google Shape;1643;p24"/>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4" name="Google Shape;1644;p24"/>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5" name="Google Shape;1645;p24"/>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6" name="Google Shape;1646;p24"/>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7" name="Google Shape;1647;p24"/>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8" name="Google Shape;1648;p24"/>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49" name="Google Shape;1649;p24"/>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0" name="Google Shape;1650;p24"/>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1" name="Google Shape;1651;p24"/>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2" name="Google Shape;1652;p24"/>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53" name="Google Shape;1653;p24"/>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654" name="Google Shape;1654;p24"/>
          <p:cNvSpPr/>
          <p:nvPr/>
        </p:nvSpPr>
        <p:spPr>
          <a:xfrm rot="-225818" flipH="1">
            <a:off x="7488657" y="5692325"/>
            <a:ext cx="4355396" cy="1579129"/>
          </a:xfrm>
          <a:custGeom>
            <a:avLst/>
            <a:gdLst/>
            <a:ahLst/>
            <a:cxnLst/>
            <a:rect l="l" t="t" r="r" b="b"/>
            <a:pathLst>
              <a:path w="53041" h="19231" fill="none" extrusionOk="0">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55" name="Google Shape;1655;p24"/>
          <p:cNvSpPr/>
          <p:nvPr/>
        </p:nvSpPr>
        <p:spPr>
          <a:xfrm rot="-139352">
            <a:off x="5186576" y="-417331"/>
            <a:ext cx="2105392" cy="1147987"/>
          </a:xfrm>
          <a:custGeom>
            <a:avLst/>
            <a:gdLst/>
            <a:ahLst/>
            <a:cxnLst/>
            <a:rect l="l" t="t" r="r" b="b"/>
            <a:pathLst>
              <a:path w="22813" h="12439" fill="none" extrusionOk="0">
                <a:moveTo>
                  <a:pt x="22812" y="0"/>
                </a:moveTo>
                <a:cubicBezTo>
                  <a:pt x="22812" y="0"/>
                  <a:pt x="20999" y="9660"/>
                  <a:pt x="12792" y="11049"/>
                </a:cubicBezTo>
                <a:cubicBezTo>
                  <a:pt x="4584" y="12439"/>
                  <a:pt x="0" y="710"/>
                  <a:pt x="0" y="71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2583096399"/>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Numbers and text 1">
  <p:cSld name="Numbers and text 1">
    <p:spTree>
      <p:nvGrpSpPr>
        <p:cNvPr id="1" name="Shape 1656"/>
        <p:cNvGrpSpPr/>
        <p:nvPr/>
      </p:nvGrpSpPr>
      <p:grpSpPr>
        <a:xfrm>
          <a:off x="0" y="0"/>
          <a:ext cx="0" cy="0"/>
          <a:chOff x="0" y="0"/>
          <a:chExt cx="0" cy="0"/>
        </a:xfrm>
      </p:grpSpPr>
      <p:sp>
        <p:nvSpPr>
          <p:cNvPr id="1657" name="Google Shape;1657;p25"/>
          <p:cNvSpPr/>
          <p:nvPr/>
        </p:nvSpPr>
        <p:spPr>
          <a:xfrm>
            <a:off x="2165693" y="-67"/>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58" name="Google Shape;1658;p25"/>
          <p:cNvSpPr/>
          <p:nvPr/>
        </p:nvSpPr>
        <p:spPr>
          <a:xfrm rot="-5400000">
            <a:off x="8862582"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59" name="Google Shape;1659;p25"/>
          <p:cNvSpPr/>
          <p:nvPr/>
        </p:nvSpPr>
        <p:spPr>
          <a:xfrm flipH="1">
            <a:off x="44"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660" name="Google Shape;1660;p25"/>
          <p:cNvGrpSpPr/>
          <p:nvPr/>
        </p:nvGrpSpPr>
        <p:grpSpPr>
          <a:xfrm rot="-6423465" flipH="1">
            <a:off x="-214721" y="-620192"/>
            <a:ext cx="1413140" cy="1632827"/>
            <a:chOff x="725975" y="580175"/>
            <a:chExt cx="3328618" cy="3846085"/>
          </a:xfrm>
        </p:grpSpPr>
        <p:sp>
          <p:nvSpPr>
            <p:cNvPr id="1661" name="Google Shape;1661;p25"/>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2" name="Google Shape;1662;p25"/>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3" name="Google Shape;1663;p25"/>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4" name="Google Shape;1664;p25"/>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5" name="Google Shape;1665;p25"/>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6" name="Google Shape;1666;p25"/>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7" name="Google Shape;1667;p25"/>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8" name="Google Shape;1668;p25"/>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69" name="Google Shape;1669;p25"/>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0" name="Google Shape;1670;p25"/>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1" name="Google Shape;1671;p25"/>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2" name="Google Shape;1672;p25"/>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3" name="Google Shape;1673;p25"/>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4" name="Google Shape;1674;p25"/>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75" name="Google Shape;1675;p25"/>
          <p:cNvGrpSpPr/>
          <p:nvPr/>
        </p:nvGrpSpPr>
        <p:grpSpPr>
          <a:xfrm rot="-9502837" flipH="1">
            <a:off x="-211771" y="5854094"/>
            <a:ext cx="1482936" cy="1414663"/>
            <a:chOff x="936800" y="644000"/>
            <a:chExt cx="3397834" cy="3241401"/>
          </a:xfrm>
        </p:grpSpPr>
        <p:sp>
          <p:nvSpPr>
            <p:cNvPr id="1676" name="Google Shape;1676;p25"/>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7" name="Google Shape;1677;p25"/>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8" name="Google Shape;1678;p25"/>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79" name="Google Shape;1679;p25"/>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0" name="Google Shape;1680;p25"/>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1" name="Google Shape;1681;p25"/>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2" name="Google Shape;1682;p25"/>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3" name="Google Shape;1683;p25"/>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4" name="Google Shape;1684;p25"/>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5" name="Google Shape;1685;p25"/>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686" name="Google Shape;1686;p25"/>
          <p:cNvGrpSpPr/>
          <p:nvPr/>
        </p:nvGrpSpPr>
        <p:grpSpPr>
          <a:xfrm>
            <a:off x="10823722" y="5613790"/>
            <a:ext cx="1809215" cy="1895253"/>
            <a:chOff x="1511250" y="306000"/>
            <a:chExt cx="3756676" cy="3935328"/>
          </a:xfrm>
        </p:grpSpPr>
        <p:sp>
          <p:nvSpPr>
            <p:cNvPr id="1687" name="Google Shape;1687;p25"/>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8" name="Google Shape;1688;p25"/>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89" name="Google Shape;1689;p25"/>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0" name="Google Shape;1690;p25"/>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1" name="Google Shape;1691;p25"/>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2" name="Google Shape;1692;p25"/>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3" name="Google Shape;1693;p25"/>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4" name="Google Shape;1694;p25"/>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5" name="Google Shape;1695;p25"/>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6" name="Google Shape;1696;p25"/>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7" name="Google Shape;1697;p25"/>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8" name="Google Shape;1698;p25"/>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699" name="Google Shape;1699;p25"/>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0" name="Google Shape;1700;p25"/>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1" name="Google Shape;1701;p25"/>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2" name="Google Shape;1702;p25"/>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3" name="Google Shape;1703;p25"/>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4" name="Google Shape;1704;p25"/>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5" name="Google Shape;1705;p25"/>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6" name="Google Shape;1706;p25"/>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7" name="Google Shape;1707;p25"/>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8" name="Google Shape;1708;p25"/>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09" name="Google Shape;1709;p25"/>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0" name="Google Shape;1710;p25"/>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1" name="Google Shape;1711;p25"/>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2" name="Google Shape;1712;p25"/>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3" name="Google Shape;1713;p25"/>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4" name="Google Shape;1714;p25"/>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5" name="Google Shape;1715;p25"/>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6" name="Google Shape;1716;p25"/>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7" name="Google Shape;1717;p25"/>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8" name="Google Shape;1718;p25"/>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19" name="Google Shape;1719;p25"/>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20" name="Google Shape;1720;p25"/>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21" name="Google Shape;1721;p25"/>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1722" name="Google Shape;1722;p25"/>
          <p:cNvSpPr txBox="1">
            <a:spLocks noGrp="1"/>
          </p:cNvSpPr>
          <p:nvPr>
            <p:ph type="subTitle" idx="1"/>
          </p:nvPr>
        </p:nvSpPr>
        <p:spPr>
          <a:xfrm>
            <a:off x="1047900" y="4762667"/>
            <a:ext cx="3170000" cy="1159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723" name="Google Shape;1723;p25"/>
          <p:cNvSpPr txBox="1">
            <a:spLocks noGrp="1"/>
          </p:cNvSpPr>
          <p:nvPr>
            <p:ph type="subTitle" idx="2"/>
          </p:nvPr>
        </p:nvSpPr>
        <p:spPr>
          <a:xfrm>
            <a:off x="4509745" y="4762667"/>
            <a:ext cx="3170000" cy="1159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724" name="Google Shape;1724;p25"/>
          <p:cNvSpPr txBox="1">
            <a:spLocks noGrp="1"/>
          </p:cNvSpPr>
          <p:nvPr>
            <p:ph type="subTitle" idx="3"/>
          </p:nvPr>
        </p:nvSpPr>
        <p:spPr>
          <a:xfrm>
            <a:off x="7974084" y="4762667"/>
            <a:ext cx="3170000" cy="11592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1725" name="Google Shape;1725;p25"/>
          <p:cNvSpPr txBox="1">
            <a:spLocks noGrp="1"/>
          </p:cNvSpPr>
          <p:nvPr>
            <p:ph type="title" idx="4" hasCustomPrompt="1"/>
          </p:nvPr>
        </p:nvSpPr>
        <p:spPr>
          <a:xfrm>
            <a:off x="1956300" y="3006433"/>
            <a:ext cx="1353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9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1726" name="Google Shape;1726;p25"/>
          <p:cNvSpPr txBox="1">
            <a:spLocks noGrp="1"/>
          </p:cNvSpPr>
          <p:nvPr>
            <p:ph type="title" idx="5" hasCustomPrompt="1"/>
          </p:nvPr>
        </p:nvSpPr>
        <p:spPr>
          <a:xfrm>
            <a:off x="5418145" y="3006433"/>
            <a:ext cx="13532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9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1727" name="Google Shape;1727;p25"/>
          <p:cNvSpPr txBox="1">
            <a:spLocks noGrp="1"/>
          </p:cNvSpPr>
          <p:nvPr>
            <p:ph type="title" idx="6" hasCustomPrompt="1"/>
          </p:nvPr>
        </p:nvSpPr>
        <p:spPr>
          <a:xfrm>
            <a:off x="8882484" y="3006433"/>
            <a:ext cx="1353200" cy="7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400"/>
              <a:buNone/>
              <a:defRPr sz="2933"/>
            </a:lvl1pPr>
            <a:lvl2pPr lvl="1" algn="ctr" rtl="0">
              <a:spcBef>
                <a:spcPts val="0"/>
              </a:spcBef>
              <a:spcAft>
                <a:spcPts val="0"/>
              </a:spcAft>
              <a:buSzPts val="2400"/>
              <a:buNone/>
              <a:defRPr sz="3200"/>
            </a:lvl2pPr>
            <a:lvl3pPr lvl="2" algn="ctr" rtl="0">
              <a:spcBef>
                <a:spcPts val="0"/>
              </a:spcBef>
              <a:spcAft>
                <a:spcPts val="0"/>
              </a:spcAft>
              <a:buSzPts val="2400"/>
              <a:buNone/>
              <a:defRPr sz="3200"/>
            </a:lvl3pPr>
            <a:lvl4pPr lvl="3" algn="ctr" rtl="0">
              <a:spcBef>
                <a:spcPts val="0"/>
              </a:spcBef>
              <a:spcAft>
                <a:spcPts val="0"/>
              </a:spcAft>
              <a:buSzPts val="2400"/>
              <a:buNone/>
              <a:defRPr sz="3200"/>
            </a:lvl4pPr>
            <a:lvl5pPr lvl="4" algn="ctr" rtl="0">
              <a:spcBef>
                <a:spcPts val="0"/>
              </a:spcBef>
              <a:spcAft>
                <a:spcPts val="0"/>
              </a:spcAft>
              <a:buSzPts val="2400"/>
              <a:buNone/>
              <a:defRPr sz="3200"/>
            </a:lvl5pPr>
            <a:lvl6pPr lvl="5" algn="ctr" rtl="0">
              <a:spcBef>
                <a:spcPts val="0"/>
              </a:spcBef>
              <a:spcAft>
                <a:spcPts val="0"/>
              </a:spcAft>
              <a:buSzPts val="2400"/>
              <a:buNone/>
              <a:defRPr sz="3200"/>
            </a:lvl6pPr>
            <a:lvl7pPr lvl="6" algn="ctr" rtl="0">
              <a:spcBef>
                <a:spcPts val="0"/>
              </a:spcBef>
              <a:spcAft>
                <a:spcPts val="0"/>
              </a:spcAft>
              <a:buSzPts val="2400"/>
              <a:buNone/>
              <a:defRPr sz="3200"/>
            </a:lvl7pPr>
            <a:lvl8pPr lvl="7" algn="ctr" rtl="0">
              <a:spcBef>
                <a:spcPts val="0"/>
              </a:spcBef>
              <a:spcAft>
                <a:spcPts val="0"/>
              </a:spcAft>
              <a:buSzPts val="2400"/>
              <a:buNone/>
              <a:defRPr sz="3200"/>
            </a:lvl8pPr>
            <a:lvl9pPr lvl="8" algn="ctr" rtl="0">
              <a:spcBef>
                <a:spcPts val="0"/>
              </a:spcBef>
              <a:spcAft>
                <a:spcPts val="0"/>
              </a:spcAft>
              <a:buSzPts val="2400"/>
              <a:buNone/>
              <a:defRPr sz="3200"/>
            </a:lvl9pPr>
          </a:lstStyle>
          <a:p>
            <a:r>
              <a:t>xx%</a:t>
            </a:r>
          </a:p>
        </p:txBody>
      </p:sp>
      <p:sp>
        <p:nvSpPr>
          <p:cNvPr id="1728" name="Google Shape;1728;p25"/>
          <p:cNvSpPr txBox="1">
            <a:spLocks noGrp="1"/>
          </p:cNvSpPr>
          <p:nvPr>
            <p:ph type="subTitle" idx="7"/>
          </p:nvPr>
        </p:nvSpPr>
        <p:spPr>
          <a:xfrm>
            <a:off x="1047967" y="4340433"/>
            <a:ext cx="3170000" cy="532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729" name="Google Shape;1729;p25"/>
          <p:cNvSpPr txBox="1">
            <a:spLocks noGrp="1"/>
          </p:cNvSpPr>
          <p:nvPr>
            <p:ph type="subTitle" idx="8"/>
          </p:nvPr>
        </p:nvSpPr>
        <p:spPr>
          <a:xfrm>
            <a:off x="4509735" y="4340433"/>
            <a:ext cx="3169600" cy="532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sp>
        <p:nvSpPr>
          <p:cNvPr id="1730" name="Google Shape;1730;p25"/>
          <p:cNvSpPr txBox="1">
            <a:spLocks noGrp="1"/>
          </p:cNvSpPr>
          <p:nvPr>
            <p:ph type="subTitle" idx="9"/>
          </p:nvPr>
        </p:nvSpPr>
        <p:spPr>
          <a:xfrm>
            <a:off x="7974100" y="4340433"/>
            <a:ext cx="3170000" cy="532400"/>
          </a:xfrm>
          <a:prstGeom prst="rect">
            <a:avLst/>
          </a:prstGeom>
          <a:ln>
            <a:noFill/>
          </a:ln>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667" b="1">
                <a:latin typeface="Work Sans"/>
                <a:ea typeface="Work Sans"/>
                <a:cs typeface="Work Sans"/>
                <a:sym typeface="Work Sans"/>
              </a:defRPr>
            </a:lvl1pPr>
            <a:lvl2pPr lvl="1" algn="ctr" rtl="0">
              <a:lnSpc>
                <a:spcPct val="100000"/>
              </a:lnSpc>
              <a:spcBef>
                <a:spcPts val="0"/>
              </a:spcBef>
              <a:spcAft>
                <a:spcPts val="0"/>
              </a:spcAft>
              <a:buSzPts val="2400"/>
              <a:buFont typeface="Bebas Neue"/>
              <a:buNone/>
              <a:defRPr sz="3200">
                <a:latin typeface="Bebas Neue"/>
                <a:ea typeface="Bebas Neue"/>
                <a:cs typeface="Bebas Neue"/>
                <a:sym typeface="Bebas Neue"/>
              </a:defRPr>
            </a:lvl2pPr>
            <a:lvl3pPr lvl="2"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3pPr>
            <a:lvl4pPr lvl="3"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4pPr>
            <a:lvl5pPr lvl="4"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5pPr>
            <a:lvl6pPr lvl="5"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6pPr>
            <a:lvl7pPr lvl="6"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7pPr>
            <a:lvl8pPr lvl="7" algn="ctr" rtl="0">
              <a:lnSpc>
                <a:spcPct val="100000"/>
              </a:lnSpc>
              <a:spcBef>
                <a:spcPts val="2133"/>
              </a:spcBef>
              <a:spcAft>
                <a:spcPts val="0"/>
              </a:spcAft>
              <a:buSzPts val="2400"/>
              <a:buFont typeface="Bebas Neue"/>
              <a:buNone/>
              <a:defRPr sz="3200">
                <a:latin typeface="Bebas Neue"/>
                <a:ea typeface="Bebas Neue"/>
                <a:cs typeface="Bebas Neue"/>
                <a:sym typeface="Bebas Neue"/>
              </a:defRPr>
            </a:lvl8pPr>
            <a:lvl9pPr lvl="8" algn="ctr" rtl="0">
              <a:lnSpc>
                <a:spcPct val="100000"/>
              </a:lnSpc>
              <a:spcBef>
                <a:spcPts val="2133"/>
              </a:spcBef>
              <a:spcAft>
                <a:spcPts val="2133"/>
              </a:spcAft>
              <a:buSzPts val="2400"/>
              <a:buFont typeface="Bebas Neue"/>
              <a:buNone/>
              <a:defRPr sz="3200">
                <a:latin typeface="Bebas Neue"/>
                <a:ea typeface="Bebas Neue"/>
                <a:cs typeface="Bebas Neue"/>
                <a:sym typeface="Bebas Neue"/>
              </a:defRPr>
            </a:lvl9pPr>
          </a:lstStyle>
          <a:p>
            <a:r>
              <a:rPr lang="en-US"/>
              <a:t>Click to edit Master subtitle style</a:t>
            </a:r>
            <a:endParaRPr/>
          </a:p>
        </p:txBody>
      </p:sp>
      <p:grpSp>
        <p:nvGrpSpPr>
          <p:cNvPr id="1731" name="Google Shape;1731;p25"/>
          <p:cNvGrpSpPr/>
          <p:nvPr/>
        </p:nvGrpSpPr>
        <p:grpSpPr>
          <a:xfrm>
            <a:off x="11081406" y="-594014"/>
            <a:ext cx="1486116" cy="1374947"/>
            <a:chOff x="940201" y="467822"/>
            <a:chExt cx="4254149" cy="3935914"/>
          </a:xfrm>
        </p:grpSpPr>
        <p:sp>
          <p:nvSpPr>
            <p:cNvPr id="1732" name="Google Shape;1732;p25"/>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3" name="Google Shape;1733;p25"/>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4" name="Google Shape;1734;p25"/>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5" name="Google Shape;1735;p25"/>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6" name="Google Shape;1736;p25"/>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7" name="Google Shape;1737;p25"/>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8" name="Google Shape;1738;p25"/>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39" name="Google Shape;1739;p25"/>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40" name="Google Shape;1740;p25"/>
          <p:cNvSpPr/>
          <p:nvPr/>
        </p:nvSpPr>
        <p:spPr>
          <a:xfrm rot="2184273" flipH="1">
            <a:off x="6971153" y="-1267750"/>
            <a:ext cx="3375553" cy="2027521"/>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41" name="Google Shape;1741;p25"/>
          <p:cNvSpPr/>
          <p:nvPr/>
        </p:nvSpPr>
        <p:spPr>
          <a:xfrm rot="8615727">
            <a:off x="1318453" y="6054350"/>
            <a:ext cx="3375553" cy="2027521"/>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42" name="Google Shape;1742;p25"/>
          <p:cNvGrpSpPr/>
          <p:nvPr/>
        </p:nvGrpSpPr>
        <p:grpSpPr>
          <a:xfrm flipH="1">
            <a:off x="254499" y="4645916"/>
            <a:ext cx="349551" cy="708717"/>
            <a:chOff x="2322875" y="1049950"/>
            <a:chExt cx="1301705" cy="2640525"/>
          </a:xfrm>
        </p:grpSpPr>
        <p:sp>
          <p:nvSpPr>
            <p:cNvPr id="1743" name="Google Shape;1743;p25"/>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4" name="Google Shape;1744;p25"/>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45" name="Google Shape;1745;p25"/>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46" name="Google Shape;1746;p25"/>
          <p:cNvSpPr/>
          <p:nvPr/>
        </p:nvSpPr>
        <p:spPr>
          <a:xfrm>
            <a:off x="10251951" y="6406684"/>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47" name="Google Shape;1747;p25"/>
          <p:cNvSpPr/>
          <p:nvPr/>
        </p:nvSpPr>
        <p:spPr>
          <a:xfrm>
            <a:off x="11683099" y="4669485"/>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48" name="Google Shape;1748;p25"/>
          <p:cNvSpPr/>
          <p:nvPr/>
        </p:nvSpPr>
        <p:spPr>
          <a:xfrm>
            <a:off x="323732" y="1600885"/>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49" name="Google Shape;1749;p25"/>
          <p:cNvGrpSpPr/>
          <p:nvPr/>
        </p:nvGrpSpPr>
        <p:grpSpPr>
          <a:xfrm flipH="1">
            <a:off x="11613866" y="1443516"/>
            <a:ext cx="349551" cy="708717"/>
            <a:chOff x="2322875" y="1049950"/>
            <a:chExt cx="1301705" cy="2640525"/>
          </a:xfrm>
        </p:grpSpPr>
        <p:sp>
          <p:nvSpPr>
            <p:cNvPr id="1750" name="Google Shape;1750;p25"/>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1" name="Google Shape;1751;p25"/>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52" name="Google Shape;1752;p25"/>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53" name="Google Shape;1753;p25"/>
          <p:cNvSpPr/>
          <p:nvPr/>
        </p:nvSpPr>
        <p:spPr>
          <a:xfrm>
            <a:off x="1707218" y="1304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1544200311"/>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1754"/>
        <p:cNvGrpSpPr/>
        <p:nvPr/>
      </p:nvGrpSpPr>
      <p:grpSpPr>
        <a:xfrm>
          <a:off x="0" y="0"/>
          <a:ext cx="0" cy="0"/>
          <a:chOff x="0" y="0"/>
          <a:chExt cx="0" cy="0"/>
        </a:xfrm>
      </p:grpSpPr>
      <p:sp>
        <p:nvSpPr>
          <p:cNvPr id="1755" name="Google Shape;1755;p26"/>
          <p:cNvSpPr txBox="1">
            <a:spLocks noGrp="1"/>
          </p:cNvSpPr>
          <p:nvPr>
            <p:ph type="title"/>
          </p:nvPr>
        </p:nvSpPr>
        <p:spPr>
          <a:xfrm>
            <a:off x="6042800" y="1179516"/>
            <a:ext cx="5429200" cy="25548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SzPts val="3500"/>
              <a:buNone/>
              <a:defRPr/>
            </a:lvl1pPr>
            <a:lvl2pPr lvl="1">
              <a:spcBef>
                <a:spcPts val="0"/>
              </a:spcBef>
              <a:spcAft>
                <a:spcPts val="0"/>
              </a:spcAft>
              <a:buSzPts val="3500"/>
              <a:buNone/>
              <a:defRPr>
                <a:latin typeface="Inter"/>
                <a:ea typeface="Inter"/>
                <a:cs typeface="Inter"/>
                <a:sym typeface="Inter"/>
              </a:defRPr>
            </a:lvl2pPr>
            <a:lvl3pPr lvl="2">
              <a:spcBef>
                <a:spcPts val="0"/>
              </a:spcBef>
              <a:spcAft>
                <a:spcPts val="0"/>
              </a:spcAft>
              <a:buSzPts val="3500"/>
              <a:buNone/>
              <a:defRPr>
                <a:latin typeface="Inter"/>
                <a:ea typeface="Inter"/>
                <a:cs typeface="Inter"/>
                <a:sym typeface="Inter"/>
              </a:defRPr>
            </a:lvl3pPr>
            <a:lvl4pPr lvl="3">
              <a:spcBef>
                <a:spcPts val="0"/>
              </a:spcBef>
              <a:spcAft>
                <a:spcPts val="0"/>
              </a:spcAft>
              <a:buSzPts val="3500"/>
              <a:buNone/>
              <a:defRPr>
                <a:latin typeface="Inter"/>
                <a:ea typeface="Inter"/>
                <a:cs typeface="Inter"/>
                <a:sym typeface="Inter"/>
              </a:defRPr>
            </a:lvl4pPr>
            <a:lvl5pPr lvl="4">
              <a:spcBef>
                <a:spcPts val="0"/>
              </a:spcBef>
              <a:spcAft>
                <a:spcPts val="0"/>
              </a:spcAft>
              <a:buSzPts val="3500"/>
              <a:buNone/>
              <a:defRPr>
                <a:latin typeface="Inter"/>
                <a:ea typeface="Inter"/>
                <a:cs typeface="Inter"/>
                <a:sym typeface="Inter"/>
              </a:defRPr>
            </a:lvl5pPr>
            <a:lvl6pPr lvl="5">
              <a:spcBef>
                <a:spcPts val="0"/>
              </a:spcBef>
              <a:spcAft>
                <a:spcPts val="0"/>
              </a:spcAft>
              <a:buSzPts val="3500"/>
              <a:buNone/>
              <a:defRPr>
                <a:latin typeface="Inter"/>
                <a:ea typeface="Inter"/>
                <a:cs typeface="Inter"/>
                <a:sym typeface="Inter"/>
              </a:defRPr>
            </a:lvl6pPr>
            <a:lvl7pPr lvl="6">
              <a:spcBef>
                <a:spcPts val="0"/>
              </a:spcBef>
              <a:spcAft>
                <a:spcPts val="0"/>
              </a:spcAft>
              <a:buSzPts val="3500"/>
              <a:buNone/>
              <a:defRPr>
                <a:latin typeface="Inter"/>
                <a:ea typeface="Inter"/>
                <a:cs typeface="Inter"/>
                <a:sym typeface="Inter"/>
              </a:defRPr>
            </a:lvl7pPr>
            <a:lvl8pPr lvl="7">
              <a:spcBef>
                <a:spcPts val="0"/>
              </a:spcBef>
              <a:spcAft>
                <a:spcPts val="0"/>
              </a:spcAft>
              <a:buSzPts val="3500"/>
              <a:buNone/>
              <a:defRPr>
                <a:latin typeface="Inter"/>
                <a:ea typeface="Inter"/>
                <a:cs typeface="Inter"/>
                <a:sym typeface="Inter"/>
              </a:defRPr>
            </a:lvl8pPr>
            <a:lvl9pPr lvl="8">
              <a:spcBef>
                <a:spcPts val="0"/>
              </a:spcBef>
              <a:spcAft>
                <a:spcPts val="0"/>
              </a:spcAft>
              <a:buSzPts val="3500"/>
              <a:buNone/>
              <a:defRPr>
                <a:latin typeface="Inter"/>
                <a:ea typeface="Inter"/>
                <a:cs typeface="Inter"/>
                <a:sym typeface="Inter"/>
              </a:defRPr>
            </a:lvl9pPr>
          </a:lstStyle>
          <a:p>
            <a:r>
              <a:rPr lang="en-US"/>
              <a:t>Click to edit Master title style</a:t>
            </a:r>
            <a:endParaRPr/>
          </a:p>
        </p:txBody>
      </p:sp>
      <p:sp>
        <p:nvSpPr>
          <p:cNvPr id="1756" name="Google Shape;1756;p26"/>
          <p:cNvSpPr txBox="1">
            <a:spLocks noGrp="1"/>
          </p:cNvSpPr>
          <p:nvPr>
            <p:ph type="subTitle" idx="1"/>
          </p:nvPr>
        </p:nvSpPr>
        <p:spPr>
          <a:xfrm>
            <a:off x="6042800" y="3670484"/>
            <a:ext cx="5429200" cy="2008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2133"/>
              </a:spcBef>
              <a:spcAft>
                <a:spcPts val="0"/>
              </a:spcAft>
              <a:buSzPts val="1400"/>
              <a:buNone/>
              <a:defRPr/>
            </a:lvl2pPr>
            <a:lvl3pPr lvl="2">
              <a:spcBef>
                <a:spcPts val="2133"/>
              </a:spcBef>
              <a:spcAft>
                <a:spcPts val="0"/>
              </a:spcAft>
              <a:buSzPts val="1400"/>
              <a:buNone/>
              <a:defRPr/>
            </a:lvl3pPr>
            <a:lvl4pPr lvl="3">
              <a:spcBef>
                <a:spcPts val="2133"/>
              </a:spcBef>
              <a:spcAft>
                <a:spcPts val="0"/>
              </a:spcAft>
              <a:buSzPts val="1400"/>
              <a:buNone/>
              <a:defRPr/>
            </a:lvl4pPr>
            <a:lvl5pPr lvl="4">
              <a:spcBef>
                <a:spcPts val="2133"/>
              </a:spcBef>
              <a:spcAft>
                <a:spcPts val="0"/>
              </a:spcAft>
              <a:buSzPts val="1400"/>
              <a:buNone/>
              <a:defRPr/>
            </a:lvl5pPr>
            <a:lvl6pPr lvl="5">
              <a:spcBef>
                <a:spcPts val="2133"/>
              </a:spcBef>
              <a:spcAft>
                <a:spcPts val="0"/>
              </a:spcAft>
              <a:buSzPts val="1400"/>
              <a:buNone/>
              <a:defRPr/>
            </a:lvl6pPr>
            <a:lvl7pPr lvl="6">
              <a:spcBef>
                <a:spcPts val="2133"/>
              </a:spcBef>
              <a:spcAft>
                <a:spcPts val="0"/>
              </a:spcAft>
              <a:buSzPts val="1400"/>
              <a:buNone/>
              <a:defRPr/>
            </a:lvl7pPr>
            <a:lvl8pPr lvl="7">
              <a:spcBef>
                <a:spcPts val="2133"/>
              </a:spcBef>
              <a:spcAft>
                <a:spcPts val="0"/>
              </a:spcAft>
              <a:buSzPts val="1400"/>
              <a:buNone/>
              <a:defRPr/>
            </a:lvl8pPr>
            <a:lvl9pPr lvl="8">
              <a:spcBef>
                <a:spcPts val="2133"/>
              </a:spcBef>
              <a:spcAft>
                <a:spcPts val="2133"/>
              </a:spcAft>
              <a:buSzPts val="1400"/>
              <a:buNone/>
              <a:defRPr/>
            </a:lvl9pPr>
          </a:lstStyle>
          <a:p>
            <a:r>
              <a:rPr lang="en-US"/>
              <a:t>Click to edit Master subtitle style</a:t>
            </a:r>
            <a:endParaRPr/>
          </a:p>
        </p:txBody>
      </p:sp>
      <p:sp>
        <p:nvSpPr>
          <p:cNvPr id="1757" name="Google Shape;1757;p26"/>
          <p:cNvSpPr/>
          <p:nvPr/>
        </p:nvSpPr>
        <p:spPr>
          <a:xfrm>
            <a:off x="2012420" y="-67"/>
            <a:ext cx="2421872" cy="763600"/>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58" name="Google Shape;1758;p26"/>
          <p:cNvSpPr/>
          <p:nvPr/>
        </p:nvSpPr>
        <p:spPr>
          <a:xfrm rot="-1243678" flipH="1">
            <a:off x="-370443" y="27324"/>
            <a:ext cx="4150481" cy="2493233"/>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59" name="Google Shape;1759;p26"/>
          <p:cNvSpPr/>
          <p:nvPr/>
        </p:nvSpPr>
        <p:spPr>
          <a:xfrm rot="10800000">
            <a:off x="5867531" y="5941852"/>
            <a:ext cx="2905388" cy="916049"/>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60" name="Google Shape;1760;p26"/>
          <p:cNvSpPr/>
          <p:nvPr/>
        </p:nvSpPr>
        <p:spPr>
          <a:xfrm rot="-5400000" flipH="1">
            <a:off x="8867830" y="-360244"/>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61" name="Google Shape;1761;p26"/>
          <p:cNvSpPr/>
          <p:nvPr/>
        </p:nvSpPr>
        <p:spPr>
          <a:xfrm flipH="1">
            <a:off x="5292" y="31743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62" name="Google Shape;1762;p26"/>
          <p:cNvSpPr>
            <a:spLocks noGrp="1"/>
          </p:cNvSpPr>
          <p:nvPr>
            <p:ph type="pic" idx="2"/>
          </p:nvPr>
        </p:nvSpPr>
        <p:spPr>
          <a:xfrm rot="265531" flipH="1">
            <a:off x="1325931" y="1775530"/>
            <a:ext cx="4261104" cy="3362804"/>
          </a:xfrm>
          <a:prstGeom prst="roundRect">
            <a:avLst>
              <a:gd name="adj" fmla="val 5902"/>
            </a:avLst>
          </a:prstGeom>
          <a:noFill/>
          <a:ln>
            <a:noFill/>
          </a:ln>
        </p:spPr>
      </p:sp>
      <p:sp>
        <p:nvSpPr>
          <p:cNvPr id="1763" name="Google Shape;1763;p26"/>
          <p:cNvSpPr/>
          <p:nvPr/>
        </p:nvSpPr>
        <p:spPr>
          <a:xfrm rot="-9709469" flipH="1">
            <a:off x="-403195" y="5490422"/>
            <a:ext cx="2427113" cy="1323485"/>
          </a:xfrm>
          <a:custGeom>
            <a:avLst/>
            <a:gdLst/>
            <a:ahLst/>
            <a:cxnLst/>
            <a:rect l="l" t="t" r="r" b="b"/>
            <a:pathLst>
              <a:path w="22813" h="12439" fill="none" extrusionOk="0">
                <a:moveTo>
                  <a:pt x="22812" y="0"/>
                </a:moveTo>
                <a:cubicBezTo>
                  <a:pt x="22812" y="0"/>
                  <a:pt x="20999" y="9660"/>
                  <a:pt x="12792" y="11049"/>
                </a:cubicBezTo>
                <a:cubicBezTo>
                  <a:pt x="4584" y="12439"/>
                  <a:pt x="0" y="710"/>
                  <a:pt x="0" y="71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64" name="Google Shape;1764;p26"/>
          <p:cNvSpPr/>
          <p:nvPr/>
        </p:nvSpPr>
        <p:spPr>
          <a:xfrm rot="5630402" flipH="1">
            <a:off x="10281145" y="5366254"/>
            <a:ext cx="3534712" cy="1571831"/>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65" name="Google Shape;1765;p26"/>
          <p:cNvGrpSpPr/>
          <p:nvPr/>
        </p:nvGrpSpPr>
        <p:grpSpPr>
          <a:xfrm rot="-3212583" flipH="1">
            <a:off x="10851387" y="5924405"/>
            <a:ext cx="1593296" cy="1355947"/>
            <a:chOff x="725975" y="529375"/>
            <a:chExt cx="4581126" cy="3898687"/>
          </a:xfrm>
        </p:grpSpPr>
        <p:sp>
          <p:nvSpPr>
            <p:cNvPr id="1766" name="Google Shape;1766;p26"/>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7" name="Google Shape;1767;p26"/>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8" name="Google Shape;1768;p26"/>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69" name="Google Shape;1769;p26"/>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0" name="Google Shape;1770;p26"/>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1" name="Google Shape;1771;p26"/>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2" name="Google Shape;1772;p26"/>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3" name="Google Shape;1773;p26"/>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4" name="Google Shape;1774;p26"/>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5" name="Google Shape;1775;p26"/>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6" name="Google Shape;1776;p26"/>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7" name="Google Shape;1777;p26"/>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8" name="Google Shape;1778;p26"/>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79" name="Google Shape;1779;p26"/>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0" name="Google Shape;1780;p26"/>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1" name="Google Shape;1781;p26"/>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2" name="Google Shape;1782;p26"/>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3" name="Google Shape;1783;p26"/>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4" name="Google Shape;1784;p26"/>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5" name="Google Shape;1785;p26"/>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6" name="Google Shape;1786;p26"/>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7" name="Google Shape;1787;p26"/>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88" name="Google Shape;1788;p26"/>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789" name="Google Shape;1789;p26"/>
          <p:cNvSpPr/>
          <p:nvPr/>
        </p:nvSpPr>
        <p:spPr>
          <a:xfrm flipH="1">
            <a:off x="4773043" y="204500"/>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90" name="Google Shape;1790;p26"/>
          <p:cNvSpPr/>
          <p:nvPr/>
        </p:nvSpPr>
        <p:spPr>
          <a:xfrm flipH="1">
            <a:off x="11727018" y="3327318"/>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791" name="Google Shape;1791;p26"/>
          <p:cNvGrpSpPr/>
          <p:nvPr/>
        </p:nvGrpSpPr>
        <p:grpSpPr>
          <a:xfrm flipH="1">
            <a:off x="618415" y="351483"/>
            <a:ext cx="349551" cy="708717"/>
            <a:chOff x="2322875" y="1049950"/>
            <a:chExt cx="1301705" cy="2640525"/>
          </a:xfrm>
        </p:grpSpPr>
        <p:sp>
          <p:nvSpPr>
            <p:cNvPr id="1792" name="Google Shape;1792;p26"/>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3" name="Google Shape;1793;p26"/>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94" name="Google Shape;1794;p26"/>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3375781564"/>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1862"/>
        <p:cNvGrpSpPr/>
        <p:nvPr/>
      </p:nvGrpSpPr>
      <p:grpSpPr>
        <a:xfrm>
          <a:off x="0" y="0"/>
          <a:ext cx="0" cy="0"/>
          <a:chOff x="0" y="0"/>
          <a:chExt cx="0" cy="0"/>
        </a:xfrm>
      </p:grpSpPr>
      <p:sp>
        <p:nvSpPr>
          <p:cNvPr id="1863" name="Google Shape;1863;p28"/>
          <p:cNvSpPr/>
          <p:nvPr/>
        </p:nvSpPr>
        <p:spPr>
          <a:xfrm>
            <a:off x="2165693" y="-67"/>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4" name="Google Shape;1864;p28"/>
          <p:cNvSpPr/>
          <p:nvPr/>
        </p:nvSpPr>
        <p:spPr>
          <a:xfrm rot="-5400000">
            <a:off x="8862582"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5" name="Google Shape;1865;p28"/>
          <p:cNvSpPr/>
          <p:nvPr/>
        </p:nvSpPr>
        <p:spPr>
          <a:xfrm flipH="1">
            <a:off x="44"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866" name="Google Shape;1866;p28"/>
          <p:cNvGrpSpPr/>
          <p:nvPr/>
        </p:nvGrpSpPr>
        <p:grpSpPr>
          <a:xfrm rot="-6423465" flipH="1">
            <a:off x="-98654" y="-676259"/>
            <a:ext cx="1413140" cy="1632827"/>
            <a:chOff x="725975" y="580175"/>
            <a:chExt cx="3328618" cy="3846085"/>
          </a:xfrm>
        </p:grpSpPr>
        <p:sp>
          <p:nvSpPr>
            <p:cNvPr id="1867" name="Google Shape;1867;p28"/>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8" name="Google Shape;1868;p28"/>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9" name="Google Shape;1869;p28"/>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0" name="Google Shape;1870;p28"/>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1" name="Google Shape;1871;p28"/>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2" name="Google Shape;1872;p28"/>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3" name="Google Shape;1873;p28"/>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4" name="Google Shape;1874;p28"/>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5" name="Google Shape;1875;p28"/>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6" name="Google Shape;1876;p28"/>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7" name="Google Shape;1877;p28"/>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8" name="Google Shape;1878;p28"/>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9" name="Google Shape;1879;p28"/>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0" name="Google Shape;1880;p28"/>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881" name="Google Shape;1881;p28"/>
          <p:cNvGrpSpPr/>
          <p:nvPr/>
        </p:nvGrpSpPr>
        <p:grpSpPr>
          <a:xfrm rot="-9502837" flipH="1">
            <a:off x="-211771" y="5854094"/>
            <a:ext cx="1482936" cy="1414663"/>
            <a:chOff x="936800" y="644000"/>
            <a:chExt cx="3397834" cy="3241401"/>
          </a:xfrm>
        </p:grpSpPr>
        <p:sp>
          <p:nvSpPr>
            <p:cNvPr id="1882" name="Google Shape;1882;p28"/>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3" name="Google Shape;1883;p28"/>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4" name="Google Shape;1884;p28"/>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5" name="Google Shape;1885;p28"/>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6" name="Google Shape;1886;p28"/>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7" name="Google Shape;1887;p28"/>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8" name="Google Shape;1888;p28"/>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9" name="Google Shape;1889;p28"/>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0" name="Google Shape;1890;p28"/>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1" name="Google Shape;1891;p28"/>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92" name="Google Shape;1892;p28"/>
          <p:cNvSpPr txBox="1">
            <a:spLocks noGrp="1"/>
          </p:cNvSpPr>
          <p:nvPr>
            <p:ph type="title"/>
          </p:nvPr>
        </p:nvSpPr>
        <p:spPr>
          <a:xfrm>
            <a:off x="967967" y="593367"/>
            <a:ext cx="10256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atin typeface="Inter"/>
                <a:ea typeface="Inter"/>
                <a:cs typeface="Inter"/>
                <a:sym typeface="Inter"/>
              </a:defRPr>
            </a:lvl2pPr>
            <a:lvl3pPr lvl="2" rtl="0">
              <a:spcBef>
                <a:spcPts val="0"/>
              </a:spcBef>
              <a:spcAft>
                <a:spcPts val="0"/>
              </a:spcAft>
              <a:buSzPts val="3500"/>
              <a:buNone/>
              <a:defRPr>
                <a:latin typeface="Inter"/>
                <a:ea typeface="Inter"/>
                <a:cs typeface="Inter"/>
                <a:sym typeface="Inter"/>
              </a:defRPr>
            </a:lvl3pPr>
            <a:lvl4pPr lvl="3" rtl="0">
              <a:spcBef>
                <a:spcPts val="0"/>
              </a:spcBef>
              <a:spcAft>
                <a:spcPts val="0"/>
              </a:spcAft>
              <a:buSzPts val="3500"/>
              <a:buNone/>
              <a:defRPr>
                <a:latin typeface="Inter"/>
                <a:ea typeface="Inter"/>
                <a:cs typeface="Inter"/>
                <a:sym typeface="Inter"/>
              </a:defRPr>
            </a:lvl4pPr>
            <a:lvl5pPr lvl="4" rtl="0">
              <a:spcBef>
                <a:spcPts val="0"/>
              </a:spcBef>
              <a:spcAft>
                <a:spcPts val="0"/>
              </a:spcAft>
              <a:buSzPts val="3500"/>
              <a:buNone/>
              <a:defRPr>
                <a:latin typeface="Inter"/>
                <a:ea typeface="Inter"/>
                <a:cs typeface="Inter"/>
                <a:sym typeface="Inter"/>
              </a:defRPr>
            </a:lvl5pPr>
            <a:lvl6pPr lvl="5" rtl="0">
              <a:spcBef>
                <a:spcPts val="0"/>
              </a:spcBef>
              <a:spcAft>
                <a:spcPts val="0"/>
              </a:spcAft>
              <a:buSzPts val="3500"/>
              <a:buNone/>
              <a:defRPr>
                <a:latin typeface="Inter"/>
                <a:ea typeface="Inter"/>
                <a:cs typeface="Inter"/>
                <a:sym typeface="Inter"/>
              </a:defRPr>
            </a:lvl6pPr>
            <a:lvl7pPr lvl="6" rtl="0">
              <a:spcBef>
                <a:spcPts val="0"/>
              </a:spcBef>
              <a:spcAft>
                <a:spcPts val="0"/>
              </a:spcAft>
              <a:buSzPts val="3500"/>
              <a:buNone/>
              <a:defRPr>
                <a:latin typeface="Inter"/>
                <a:ea typeface="Inter"/>
                <a:cs typeface="Inter"/>
                <a:sym typeface="Inter"/>
              </a:defRPr>
            </a:lvl7pPr>
            <a:lvl8pPr lvl="7" rtl="0">
              <a:spcBef>
                <a:spcPts val="0"/>
              </a:spcBef>
              <a:spcAft>
                <a:spcPts val="0"/>
              </a:spcAft>
              <a:buSzPts val="3500"/>
              <a:buNone/>
              <a:defRPr>
                <a:latin typeface="Inter"/>
                <a:ea typeface="Inter"/>
                <a:cs typeface="Inter"/>
                <a:sym typeface="Inter"/>
              </a:defRPr>
            </a:lvl8pPr>
            <a:lvl9pPr lvl="8" rtl="0">
              <a:spcBef>
                <a:spcPts val="0"/>
              </a:spcBef>
              <a:spcAft>
                <a:spcPts val="0"/>
              </a:spcAft>
              <a:buSzPts val="3500"/>
              <a:buNone/>
              <a:defRPr>
                <a:latin typeface="Inter"/>
                <a:ea typeface="Inter"/>
                <a:cs typeface="Inter"/>
                <a:sym typeface="Inter"/>
              </a:defRPr>
            </a:lvl9pPr>
          </a:lstStyle>
          <a:p>
            <a:r>
              <a:rPr lang="en-US"/>
              <a:t>Click to edit Master title style</a:t>
            </a:r>
            <a:endParaRPr/>
          </a:p>
        </p:txBody>
      </p:sp>
      <p:grpSp>
        <p:nvGrpSpPr>
          <p:cNvPr id="1893" name="Google Shape;1893;p28"/>
          <p:cNvGrpSpPr/>
          <p:nvPr/>
        </p:nvGrpSpPr>
        <p:grpSpPr>
          <a:xfrm>
            <a:off x="10823722" y="5613790"/>
            <a:ext cx="1809215" cy="1895253"/>
            <a:chOff x="1511250" y="306000"/>
            <a:chExt cx="3756676" cy="3935328"/>
          </a:xfrm>
        </p:grpSpPr>
        <p:sp>
          <p:nvSpPr>
            <p:cNvPr id="1894" name="Google Shape;1894;p28"/>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5" name="Google Shape;1895;p28"/>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6" name="Google Shape;1896;p28"/>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7" name="Google Shape;1897;p28"/>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8" name="Google Shape;1898;p28"/>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99" name="Google Shape;1899;p28"/>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0" name="Google Shape;1900;p28"/>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1" name="Google Shape;1901;p28"/>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2" name="Google Shape;1902;p28"/>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3" name="Google Shape;1903;p28"/>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4" name="Google Shape;1904;p28"/>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5" name="Google Shape;1905;p28"/>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6" name="Google Shape;1906;p28"/>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7" name="Google Shape;1907;p28"/>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8" name="Google Shape;1908;p28"/>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09" name="Google Shape;1909;p28"/>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0" name="Google Shape;1910;p28"/>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1" name="Google Shape;1911;p28"/>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2" name="Google Shape;1912;p28"/>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3" name="Google Shape;1913;p28"/>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4" name="Google Shape;1914;p28"/>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5" name="Google Shape;1915;p28"/>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6" name="Google Shape;1916;p28"/>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7" name="Google Shape;1917;p28"/>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8" name="Google Shape;1918;p28"/>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19" name="Google Shape;1919;p28"/>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0" name="Google Shape;1920;p28"/>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1" name="Google Shape;1921;p28"/>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2" name="Google Shape;1922;p28"/>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3" name="Google Shape;1923;p28"/>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4" name="Google Shape;1924;p28"/>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5" name="Google Shape;1925;p28"/>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6" name="Google Shape;1926;p28"/>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27" name="Google Shape;1927;p28"/>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28" name="Google Shape;1928;p28"/>
          <p:cNvGrpSpPr/>
          <p:nvPr/>
        </p:nvGrpSpPr>
        <p:grpSpPr>
          <a:xfrm rot="5778426">
            <a:off x="11205305" y="-636300"/>
            <a:ext cx="1451284" cy="1552944"/>
            <a:chOff x="1141181" y="262025"/>
            <a:chExt cx="4067198" cy="4352099"/>
          </a:xfrm>
        </p:grpSpPr>
        <p:sp>
          <p:nvSpPr>
            <p:cNvPr id="1929" name="Google Shape;1929;p28"/>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0" name="Google Shape;1930;p28"/>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1" name="Google Shape;1931;p28"/>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2" name="Google Shape;1932;p28"/>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3" name="Google Shape;1933;p28"/>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4" name="Google Shape;1934;p28"/>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5" name="Google Shape;1935;p28"/>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6" name="Google Shape;1936;p28"/>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7" name="Google Shape;1937;p28"/>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8" name="Google Shape;1938;p28"/>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39" name="Google Shape;1939;p28"/>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0" name="Google Shape;1940;p28"/>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41" name="Google Shape;1941;p28"/>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42" name="Google Shape;1942;p28"/>
          <p:cNvSpPr/>
          <p:nvPr/>
        </p:nvSpPr>
        <p:spPr>
          <a:xfrm rot="1596439" flipH="1">
            <a:off x="7590491" y="-967232"/>
            <a:ext cx="2618916" cy="1573079"/>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43" name="Google Shape;1943;p28"/>
          <p:cNvSpPr/>
          <p:nvPr/>
        </p:nvSpPr>
        <p:spPr>
          <a:xfrm rot="9203561">
            <a:off x="2031191" y="6218568"/>
            <a:ext cx="2618916" cy="1573079"/>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44" name="Google Shape;1944;p28"/>
          <p:cNvSpPr/>
          <p:nvPr/>
        </p:nvSpPr>
        <p:spPr>
          <a:xfrm>
            <a:off x="9956385" y="64369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45" name="Google Shape;1945;p28"/>
          <p:cNvSpPr/>
          <p:nvPr/>
        </p:nvSpPr>
        <p:spPr>
          <a:xfrm>
            <a:off x="11761099" y="5167118"/>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46" name="Google Shape;1946;p28"/>
          <p:cNvSpPr/>
          <p:nvPr/>
        </p:nvSpPr>
        <p:spPr>
          <a:xfrm>
            <a:off x="1817566" y="1967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47" name="Google Shape;1947;p28"/>
          <p:cNvSpPr/>
          <p:nvPr/>
        </p:nvSpPr>
        <p:spPr>
          <a:xfrm>
            <a:off x="194951" y="12556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948" name="Google Shape;1948;p28"/>
          <p:cNvGrpSpPr/>
          <p:nvPr/>
        </p:nvGrpSpPr>
        <p:grpSpPr>
          <a:xfrm>
            <a:off x="194962" y="4661750"/>
            <a:ext cx="349551" cy="708717"/>
            <a:chOff x="2322875" y="1049950"/>
            <a:chExt cx="1301705" cy="2640525"/>
          </a:xfrm>
        </p:grpSpPr>
        <p:sp>
          <p:nvSpPr>
            <p:cNvPr id="1949" name="Google Shape;1949;p28"/>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0" name="Google Shape;1950;p28"/>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1" name="Google Shape;1951;p28"/>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952" name="Google Shape;1952;p28"/>
          <p:cNvGrpSpPr/>
          <p:nvPr/>
        </p:nvGrpSpPr>
        <p:grpSpPr>
          <a:xfrm>
            <a:off x="11622629" y="1109016"/>
            <a:ext cx="349551" cy="708717"/>
            <a:chOff x="2322875" y="1049950"/>
            <a:chExt cx="1301705" cy="2640525"/>
          </a:xfrm>
        </p:grpSpPr>
        <p:sp>
          <p:nvSpPr>
            <p:cNvPr id="1953" name="Google Shape;1953;p28"/>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4" name="Google Shape;1954;p28"/>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55" name="Google Shape;1955;p28"/>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243057859"/>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2022"/>
        <p:cNvGrpSpPr/>
        <p:nvPr/>
      </p:nvGrpSpPr>
      <p:grpSpPr>
        <a:xfrm>
          <a:off x="0" y="0"/>
          <a:ext cx="0" cy="0"/>
          <a:chOff x="0" y="0"/>
          <a:chExt cx="0" cy="0"/>
        </a:xfrm>
      </p:grpSpPr>
      <p:sp>
        <p:nvSpPr>
          <p:cNvPr id="2023" name="Google Shape;2023;p30"/>
          <p:cNvSpPr/>
          <p:nvPr/>
        </p:nvSpPr>
        <p:spPr>
          <a:xfrm flipH="1">
            <a:off x="5254167" y="-67"/>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24" name="Google Shape;2024;p30"/>
          <p:cNvSpPr/>
          <p:nvPr/>
        </p:nvSpPr>
        <p:spPr>
          <a:xfrm rot="5400000" flipH="1">
            <a:off x="360288"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25" name="Google Shape;2025;p30"/>
          <p:cNvSpPr/>
          <p:nvPr/>
        </p:nvSpPr>
        <p:spPr>
          <a:xfrm>
            <a:off x="8702833"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26" name="Google Shape;2026;p30"/>
          <p:cNvSpPr txBox="1">
            <a:spLocks noGrp="1"/>
          </p:cNvSpPr>
          <p:nvPr>
            <p:ph type="title"/>
          </p:nvPr>
        </p:nvSpPr>
        <p:spPr>
          <a:xfrm>
            <a:off x="967967" y="593367"/>
            <a:ext cx="10256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atin typeface="Inter"/>
                <a:ea typeface="Inter"/>
                <a:cs typeface="Inter"/>
                <a:sym typeface="Inter"/>
              </a:defRPr>
            </a:lvl2pPr>
            <a:lvl3pPr lvl="2" rtl="0">
              <a:spcBef>
                <a:spcPts val="0"/>
              </a:spcBef>
              <a:spcAft>
                <a:spcPts val="0"/>
              </a:spcAft>
              <a:buSzPts val="3500"/>
              <a:buNone/>
              <a:defRPr>
                <a:latin typeface="Inter"/>
                <a:ea typeface="Inter"/>
                <a:cs typeface="Inter"/>
                <a:sym typeface="Inter"/>
              </a:defRPr>
            </a:lvl3pPr>
            <a:lvl4pPr lvl="3" rtl="0">
              <a:spcBef>
                <a:spcPts val="0"/>
              </a:spcBef>
              <a:spcAft>
                <a:spcPts val="0"/>
              </a:spcAft>
              <a:buSzPts val="3500"/>
              <a:buNone/>
              <a:defRPr>
                <a:latin typeface="Inter"/>
                <a:ea typeface="Inter"/>
                <a:cs typeface="Inter"/>
                <a:sym typeface="Inter"/>
              </a:defRPr>
            </a:lvl4pPr>
            <a:lvl5pPr lvl="4" rtl="0">
              <a:spcBef>
                <a:spcPts val="0"/>
              </a:spcBef>
              <a:spcAft>
                <a:spcPts val="0"/>
              </a:spcAft>
              <a:buSzPts val="3500"/>
              <a:buNone/>
              <a:defRPr>
                <a:latin typeface="Inter"/>
                <a:ea typeface="Inter"/>
                <a:cs typeface="Inter"/>
                <a:sym typeface="Inter"/>
              </a:defRPr>
            </a:lvl5pPr>
            <a:lvl6pPr lvl="5" rtl="0">
              <a:spcBef>
                <a:spcPts val="0"/>
              </a:spcBef>
              <a:spcAft>
                <a:spcPts val="0"/>
              </a:spcAft>
              <a:buSzPts val="3500"/>
              <a:buNone/>
              <a:defRPr>
                <a:latin typeface="Inter"/>
                <a:ea typeface="Inter"/>
                <a:cs typeface="Inter"/>
                <a:sym typeface="Inter"/>
              </a:defRPr>
            </a:lvl6pPr>
            <a:lvl7pPr lvl="6" rtl="0">
              <a:spcBef>
                <a:spcPts val="0"/>
              </a:spcBef>
              <a:spcAft>
                <a:spcPts val="0"/>
              </a:spcAft>
              <a:buSzPts val="3500"/>
              <a:buNone/>
              <a:defRPr>
                <a:latin typeface="Inter"/>
                <a:ea typeface="Inter"/>
                <a:cs typeface="Inter"/>
                <a:sym typeface="Inter"/>
              </a:defRPr>
            </a:lvl7pPr>
            <a:lvl8pPr lvl="7" rtl="0">
              <a:spcBef>
                <a:spcPts val="0"/>
              </a:spcBef>
              <a:spcAft>
                <a:spcPts val="0"/>
              </a:spcAft>
              <a:buSzPts val="3500"/>
              <a:buNone/>
              <a:defRPr>
                <a:latin typeface="Inter"/>
                <a:ea typeface="Inter"/>
                <a:cs typeface="Inter"/>
                <a:sym typeface="Inter"/>
              </a:defRPr>
            </a:lvl8pPr>
            <a:lvl9pPr lvl="8" rtl="0">
              <a:spcBef>
                <a:spcPts val="0"/>
              </a:spcBef>
              <a:spcAft>
                <a:spcPts val="0"/>
              </a:spcAft>
              <a:buSzPts val="3500"/>
              <a:buNone/>
              <a:defRPr>
                <a:latin typeface="Inter"/>
                <a:ea typeface="Inter"/>
                <a:cs typeface="Inter"/>
                <a:sym typeface="Inter"/>
              </a:defRPr>
            </a:lvl9pPr>
          </a:lstStyle>
          <a:p>
            <a:r>
              <a:rPr lang="en-US"/>
              <a:t>Click to edit Master title style</a:t>
            </a:r>
            <a:endParaRPr/>
          </a:p>
        </p:txBody>
      </p:sp>
      <p:grpSp>
        <p:nvGrpSpPr>
          <p:cNvPr id="2027" name="Google Shape;2027;p30"/>
          <p:cNvGrpSpPr/>
          <p:nvPr/>
        </p:nvGrpSpPr>
        <p:grpSpPr>
          <a:xfrm>
            <a:off x="-509205" y="-753561"/>
            <a:ext cx="1657416" cy="1533432"/>
            <a:chOff x="940201" y="467822"/>
            <a:chExt cx="4254149" cy="3935914"/>
          </a:xfrm>
        </p:grpSpPr>
        <p:sp>
          <p:nvSpPr>
            <p:cNvPr id="2028" name="Google Shape;2028;p30"/>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9" name="Google Shape;2029;p30"/>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0" name="Google Shape;2030;p30"/>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1" name="Google Shape;2031;p30"/>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2" name="Google Shape;2032;p30"/>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3" name="Google Shape;2033;p30"/>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4" name="Google Shape;2034;p30"/>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5" name="Google Shape;2035;p30"/>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36" name="Google Shape;2036;p30"/>
          <p:cNvGrpSpPr/>
          <p:nvPr/>
        </p:nvGrpSpPr>
        <p:grpSpPr>
          <a:xfrm rot="6685518">
            <a:off x="-235197" y="5926701"/>
            <a:ext cx="1518709" cy="1625092"/>
            <a:chOff x="1141181" y="262025"/>
            <a:chExt cx="4067198" cy="4352099"/>
          </a:xfrm>
        </p:grpSpPr>
        <p:sp>
          <p:nvSpPr>
            <p:cNvPr id="2037" name="Google Shape;2037;p30"/>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8" name="Google Shape;2038;p30"/>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39" name="Google Shape;2039;p30"/>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0" name="Google Shape;2040;p30"/>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1" name="Google Shape;2041;p30"/>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2" name="Google Shape;2042;p30"/>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3" name="Google Shape;2043;p30"/>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4" name="Google Shape;2044;p30"/>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5" name="Google Shape;2045;p30"/>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6" name="Google Shape;2046;p30"/>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7" name="Google Shape;2047;p30"/>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8" name="Google Shape;2048;p30"/>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49" name="Google Shape;2049;p30"/>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50" name="Google Shape;2050;p30"/>
          <p:cNvGrpSpPr/>
          <p:nvPr/>
        </p:nvGrpSpPr>
        <p:grpSpPr>
          <a:xfrm rot="3836898" flipH="1">
            <a:off x="10941377" y="5742250"/>
            <a:ext cx="1417803" cy="1638215"/>
            <a:chOff x="725975" y="580175"/>
            <a:chExt cx="3328618" cy="3846085"/>
          </a:xfrm>
        </p:grpSpPr>
        <p:sp>
          <p:nvSpPr>
            <p:cNvPr id="2051" name="Google Shape;2051;p30"/>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2" name="Google Shape;2052;p30"/>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3" name="Google Shape;2053;p30"/>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4" name="Google Shape;2054;p30"/>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5" name="Google Shape;2055;p30"/>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6" name="Google Shape;2056;p30"/>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7" name="Google Shape;2057;p30"/>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8" name="Google Shape;2058;p30"/>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9" name="Google Shape;2059;p30"/>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0" name="Google Shape;2060;p30"/>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1" name="Google Shape;2061;p30"/>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2" name="Google Shape;2062;p30"/>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3" name="Google Shape;2063;p30"/>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4" name="Google Shape;2064;p30"/>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65" name="Google Shape;2065;p30"/>
          <p:cNvSpPr txBox="1">
            <a:spLocks noGrp="1"/>
          </p:cNvSpPr>
          <p:nvPr>
            <p:ph type="subTitle" idx="1"/>
          </p:nvPr>
        </p:nvSpPr>
        <p:spPr>
          <a:xfrm>
            <a:off x="981033" y="1869533"/>
            <a:ext cx="10256000" cy="4282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a:lvl1pPr>
            <a:lvl2pPr lvl="1">
              <a:spcBef>
                <a:spcPts val="2133"/>
              </a:spcBef>
              <a:spcAft>
                <a:spcPts val="0"/>
              </a:spcAft>
              <a:buSzPts val="1400"/>
              <a:buNone/>
              <a:defRPr/>
            </a:lvl2pPr>
            <a:lvl3pPr lvl="2">
              <a:spcBef>
                <a:spcPts val="2133"/>
              </a:spcBef>
              <a:spcAft>
                <a:spcPts val="0"/>
              </a:spcAft>
              <a:buSzPts val="1400"/>
              <a:buNone/>
              <a:defRPr/>
            </a:lvl3pPr>
            <a:lvl4pPr lvl="3">
              <a:spcBef>
                <a:spcPts val="2133"/>
              </a:spcBef>
              <a:spcAft>
                <a:spcPts val="0"/>
              </a:spcAft>
              <a:buSzPts val="1400"/>
              <a:buNone/>
              <a:defRPr/>
            </a:lvl4pPr>
            <a:lvl5pPr lvl="4">
              <a:spcBef>
                <a:spcPts val="2133"/>
              </a:spcBef>
              <a:spcAft>
                <a:spcPts val="0"/>
              </a:spcAft>
              <a:buSzPts val="1400"/>
              <a:buNone/>
              <a:defRPr/>
            </a:lvl5pPr>
            <a:lvl6pPr lvl="5">
              <a:spcBef>
                <a:spcPts val="2133"/>
              </a:spcBef>
              <a:spcAft>
                <a:spcPts val="0"/>
              </a:spcAft>
              <a:buSzPts val="1400"/>
              <a:buNone/>
              <a:defRPr/>
            </a:lvl6pPr>
            <a:lvl7pPr lvl="6">
              <a:spcBef>
                <a:spcPts val="2133"/>
              </a:spcBef>
              <a:spcAft>
                <a:spcPts val="0"/>
              </a:spcAft>
              <a:buSzPts val="1400"/>
              <a:buNone/>
              <a:defRPr/>
            </a:lvl7pPr>
            <a:lvl8pPr lvl="7">
              <a:spcBef>
                <a:spcPts val="2133"/>
              </a:spcBef>
              <a:spcAft>
                <a:spcPts val="0"/>
              </a:spcAft>
              <a:buSzPts val="1400"/>
              <a:buNone/>
              <a:defRPr/>
            </a:lvl8pPr>
            <a:lvl9pPr lvl="8">
              <a:spcBef>
                <a:spcPts val="2133"/>
              </a:spcBef>
              <a:spcAft>
                <a:spcPts val="2133"/>
              </a:spcAft>
              <a:buSzPts val="1400"/>
              <a:buNone/>
              <a:defRPr/>
            </a:lvl9pPr>
          </a:lstStyle>
          <a:p>
            <a:r>
              <a:rPr lang="en-US"/>
              <a:t>Click to edit Master subtitle style</a:t>
            </a:r>
            <a:endParaRPr/>
          </a:p>
        </p:txBody>
      </p:sp>
      <p:grpSp>
        <p:nvGrpSpPr>
          <p:cNvPr id="2066" name="Google Shape;2066;p30"/>
          <p:cNvGrpSpPr/>
          <p:nvPr/>
        </p:nvGrpSpPr>
        <p:grpSpPr>
          <a:xfrm rot="-9502837" flipH="1">
            <a:off x="10908829" y="-530140"/>
            <a:ext cx="1482936" cy="1414663"/>
            <a:chOff x="936800" y="644000"/>
            <a:chExt cx="3397834" cy="3241401"/>
          </a:xfrm>
        </p:grpSpPr>
        <p:sp>
          <p:nvSpPr>
            <p:cNvPr id="2067" name="Google Shape;2067;p30"/>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8" name="Google Shape;2068;p30"/>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9" name="Google Shape;2069;p30"/>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0" name="Google Shape;2070;p30"/>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1" name="Google Shape;2071;p30"/>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2" name="Google Shape;2072;p30"/>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3" name="Google Shape;2073;p30"/>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4" name="Google Shape;2074;p30"/>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5" name="Google Shape;2075;p30"/>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6" name="Google Shape;2076;p30"/>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77" name="Google Shape;2077;p30"/>
          <p:cNvSpPr/>
          <p:nvPr/>
        </p:nvSpPr>
        <p:spPr>
          <a:xfrm>
            <a:off x="11601943" y="13569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8" name="Google Shape;2078;p30"/>
          <p:cNvSpPr/>
          <p:nvPr/>
        </p:nvSpPr>
        <p:spPr>
          <a:xfrm>
            <a:off x="284531" y="50364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79" name="Google Shape;2079;p30"/>
          <p:cNvGrpSpPr/>
          <p:nvPr/>
        </p:nvGrpSpPr>
        <p:grpSpPr>
          <a:xfrm flipH="1">
            <a:off x="11601925" y="4669983"/>
            <a:ext cx="349551" cy="708717"/>
            <a:chOff x="2322875" y="1049950"/>
            <a:chExt cx="1301705" cy="2640525"/>
          </a:xfrm>
        </p:grpSpPr>
        <p:sp>
          <p:nvSpPr>
            <p:cNvPr id="2080" name="Google Shape;2080;p30"/>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1" name="Google Shape;2081;p30"/>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2" name="Google Shape;2082;p30"/>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83" name="Google Shape;2083;p30"/>
          <p:cNvGrpSpPr/>
          <p:nvPr/>
        </p:nvGrpSpPr>
        <p:grpSpPr>
          <a:xfrm flipH="1">
            <a:off x="213962" y="1272016"/>
            <a:ext cx="349551" cy="708717"/>
            <a:chOff x="2322875" y="1049950"/>
            <a:chExt cx="1301705" cy="2640525"/>
          </a:xfrm>
        </p:grpSpPr>
        <p:sp>
          <p:nvSpPr>
            <p:cNvPr id="2084" name="Google Shape;2084;p30"/>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5" name="Google Shape;2085;p30"/>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6" name="Google Shape;2086;p30"/>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087" name="Google Shape;2087;p30"/>
          <p:cNvSpPr/>
          <p:nvPr/>
        </p:nvSpPr>
        <p:spPr>
          <a:xfrm rot="-1596439">
            <a:off x="2031191" y="-968298"/>
            <a:ext cx="2618916" cy="1573079"/>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88" name="Google Shape;2088;p30"/>
          <p:cNvSpPr/>
          <p:nvPr/>
        </p:nvSpPr>
        <p:spPr>
          <a:xfrm rot="-9203561" flipH="1">
            <a:off x="7590491" y="6238735"/>
            <a:ext cx="2618916" cy="1573079"/>
          </a:xfrm>
          <a:custGeom>
            <a:avLst/>
            <a:gdLst/>
            <a:ahLst/>
            <a:cxnLst/>
            <a:rect l="l" t="t" r="r" b="b"/>
            <a:pathLst>
              <a:path w="43197" h="25948" fill="none" extrusionOk="0">
                <a:moveTo>
                  <a:pt x="2642" y="0"/>
                </a:moveTo>
                <a:cubicBezTo>
                  <a:pt x="2642" y="0"/>
                  <a:pt x="0" y="7192"/>
                  <a:pt x="5885" y="12347"/>
                </a:cubicBezTo>
                <a:cubicBezTo>
                  <a:pt x="10249" y="16168"/>
                  <a:pt x="20454" y="13429"/>
                  <a:pt x="18652" y="10311"/>
                </a:cubicBezTo>
                <a:cubicBezTo>
                  <a:pt x="16851" y="7190"/>
                  <a:pt x="14020" y="15272"/>
                  <a:pt x="17099" y="19675"/>
                </a:cubicBezTo>
                <a:cubicBezTo>
                  <a:pt x="21244" y="25602"/>
                  <a:pt x="37533" y="25947"/>
                  <a:pt x="43196" y="453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89" name="Google Shape;2089;p30"/>
          <p:cNvSpPr/>
          <p:nvPr/>
        </p:nvSpPr>
        <p:spPr>
          <a:xfrm>
            <a:off x="2902832" y="6459735"/>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90" name="Google Shape;2090;p30"/>
          <p:cNvSpPr/>
          <p:nvPr/>
        </p:nvSpPr>
        <p:spPr>
          <a:xfrm>
            <a:off x="9062999" y="137985"/>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1611954234"/>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2091"/>
        <p:cNvGrpSpPr/>
        <p:nvPr/>
      </p:nvGrpSpPr>
      <p:grpSpPr>
        <a:xfrm>
          <a:off x="0" y="0"/>
          <a:ext cx="0" cy="0"/>
          <a:chOff x="0" y="0"/>
          <a:chExt cx="0" cy="0"/>
        </a:xfrm>
      </p:grpSpPr>
      <p:sp>
        <p:nvSpPr>
          <p:cNvPr id="2092" name="Google Shape;2092;p31"/>
          <p:cNvSpPr/>
          <p:nvPr/>
        </p:nvSpPr>
        <p:spPr>
          <a:xfrm>
            <a:off x="2165693" y="-67"/>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93" name="Google Shape;2093;p31"/>
          <p:cNvSpPr/>
          <p:nvPr/>
        </p:nvSpPr>
        <p:spPr>
          <a:xfrm rot="-5400000">
            <a:off x="8862582"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94" name="Google Shape;2094;p31"/>
          <p:cNvSpPr/>
          <p:nvPr/>
        </p:nvSpPr>
        <p:spPr>
          <a:xfrm flipH="1">
            <a:off x="44"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095" name="Google Shape;2095;p31"/>
          <p:cNvGrpSpPr/>
          <p:nvPr/>
        </p:nvGrpSpPr>
        <p:grpSpPr>
          <a:xfrm rot="-6423465" flipH="1">
            <a:off x="-98654" y="-676259"/>
            <a:ext cx="1413140" cy="1632827"/>
            <a:chOff x="725975" y="580175"/>
            <a:chExt cx="3328618" cy="3846085"/>
          </a:xfrm>
        </p:grpSpPr>
        <p:sp>
          <p:nvSpPr>
            <p:cNvPr id="2096" name="Google Shape;2096;p31"/>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7" name="Google Shape;2097;p31"/>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8" name="Google Shape;2098;p31"/>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9" name="Google Shape;2099;p31"/>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0" name="Google Shape;2100;p31"/>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1" name="Google Shape;2101;p31"/>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2" name="Google Shape;2102;p31"/>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3" name="Google Shape;2103;p31"/>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4" name="Google Shape;2104;p31"/>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5" name="Google Shape;2105;p31"/>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6" name="Google Shape;2106;p31"/>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7" name="Google Shape;2107;p31"/>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8" name="Google Shape;2108;p31"/>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9" name="Google Shape;2109;p31"/>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110" name="Google Shape;2110;p31"/>
          <p:cNvGrpSpPr/>
          <p:nvPr/>
        </p:nvGrpSpPr>
        <p:grpSpPr>
          <a:xfrm rot="-9502837" flipH="1">
            <a:off x="-211771" y="5854094"/>
            <a:ext cx="1482936" cy="1414663"/>
            <a:chOff x="936800" y="644000"/>
            <a:chExt cx="3397834" cy="3241401"/>
          </a:xfrm>
        </p:grpSpPr>
        <p:sp>
          <p:nvSpPr>
            <p:cNvPr id="2111" name="Google Shape;2111;p31"/>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2" name="Google Shape;2112;p31"/>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3" name="Google Shape;2113;p31"/>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4" name="Google Shape;2114;p31"/>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5" name="Google Shape;2115;p31"/>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6" name="Google Shape;2116;p31"/>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7" name="Google Shape;2117;p31"/>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8" name="Google Shape;2118;p31"/>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9" name="Google Shape;2119;p31"/>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0" name="Google Shape;2120;p31"/>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21" name="Google Shape;2121;p31"/>
          <p:cNvSpPr txBox="1">
            <a:spLocks noGrp="1"/>
          </p:cNvSpPr>
          <p:nvPr>
            <p:ph type="title"/>
          </p:nvPr>
        </p:nvSpPr>
        <p:spPr>
          <a:xfrm>
            <a:off x="967967" y="593367"/>
            <a:ext cx="10256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atin typeface="Inter"/>
                <a:ea typeface="Inter"/>
                <a:cs typeface="Inter"/>
                <a:sym typeface="Inter"/>
              </a:defRPr>
            </a:lvl2pPr>
            <a:lvl3pPr lvl="2" rtl="0">
              <a:spcBef>
                <a:spcPts val="0"/>
              </a:spcBef>
              <a:spcAft>
                <a:spcPts val="0"/>
              </a:spcAft>
              <a:buSzPts val="3500"/>
              <a:buNone/>
              <a:defRPr>
                <a:latin typeface="Inter"/>
                <a:ea typeface="Inter"/>
                <a:cs typeface="Inter"/>
                <a:sym typeface="Inter"/>
              </a:defRPr>
            </a:lvl3pPr>
            <a:lvl4pPr lvl="3" rtl="0">
              <a:spcBef>
                <a:spcPts val="0"/>
              </a:spcBef>
              <a:spcAft>
                <a:spcPts val="0"/>
              </a:spcAft>
              <a:buSzPts val="3500"/>
              <a:buNone/>
              <a:defRPr>
                <a:latin typeface="Inter"/>
                <a:ea typeface="Inter"/>
                <a:cs typeface="Inter"/>
                <a:sym typeface="Inter"/>
              </a:defRPr>
            </a:lvl4pPr>
            <a:lvl5pPr lvl="4" rtl="0">
              <a:spcBef>
                <a:spcPts val="0"/>
              </a:spcBef>
              <a:spcAft>
                <a:spcPts val="0"/>
              </a:spcAft>
              <a:buSzPts val="3500"/>
              <a:buNone/>
              <a:defRPr>
                <a:latin typeface="Inter"/>
                <a:ea typeface="Inter"/>
                <a:cs typeface="Inter"/>
                <a:sym typeface="Inter"/>
              </a:defRPr>
            </a:lvl5pPr>
            <a:lvl6pPr lvl="5" rtl="0">
              <a:spcBef>
                <a:spcPts val="0"/>
              </a:spcBef>
              <a:spcAft>
                <a:spcPts val="0"/>
              </a:spcAft>
              <a:buSzPts val="3500"/>
              <a:buNone/>
              <a:defRPr>
                <a:latin typeface="Inter"/>
                <a:ea typeface="Inter"/>
                <a:cs typeface="Inter"/>
                <a:sym typeface="Inter"/>
              </a:defRPr>
            </a:lvl6pPr>
            <a:lvl7pPr lvl="6" rtl="0">
              <a:spcBef>
                <a:spcPts val="0"/>
              </a:spcBef>
              <a:spcAft>
                <a:spcPts val="0"/>
              </a:spcAft>
              <a:buSzPts val="3500"/>
              <a:buNone/>
              <a:defRPr>
                <a:latin typeface="Inter"/>
                <a:ea typeface="Inter"/>
                <a:cs typeface="Inter"/>
                <a:sym typeface="Inter"/>
              </a:defRPr>
            </a:lvl7pPr>
            <a:lvl8pPr lvl="7" rtl="0">
              <a:spcBef>
                <a:spcPts val="0"/>
              </a:spcBef>
              <a:spcAft>
                <a:spcPts val="0"/>
              </a:spcAft>
              <a:buSzPts val="3500"/>
              <a:buNone/>
              <a:defRPr>
                <a:latin typeface="Inter"/>
                <a:ea typeface="Inter"/>
                <a:cs typeface="Inter"/>
                <a:sym typeface="Inter"/>
              </a:defRPr>
            </a:lvl8pPr>
            <a:lvl9pPr lvl="8" rtl="0">
              <a:spcBef>
                <a:spcPts val="0"/>
              </a:spcBef>
              <a:spcAft>
                <a:spcPts val="0"/>
              </a:spcAft>
              <a:buSzPts val="3500"/>
              <a:buNone/>
              <a:defRPr>
                <a:latin typeface="Inter"/>
                <a:ea typeface="Inter"/>
                <a:cs typeface="Inter"/>
                <a:sym typeface="Inter"/>
              </a:defRPr>
            </a:lvl9pPr>
          </a:lstStyle>
          <a:p>
            <a:r>
              <a:rPr lang="en-US"/>
              <a:t>Click to edit Master title style</a:t>
            </a:r>
            <a:endParaRPr/>
          </a:p>
        </p:txBody>
      </p:sp>
      <p:grpSp>
        <p:nvGrpSpPr>
          <p:cNvPr id="2122" name="Google Shape;2122;p31"/>
          <p:cNvGrpSpPr/>
          <p:nvPr/>
        </p:nvGrpSpPr>
        <p:grpSpPr>
          <a:xfrm>
            <a:off x="10823722" y="5613790"/>
            <a:ext cx="1809215" cy="1895253"/>
            <a:chOff x="1511250" y="306000"/>
            <a:chExt cx="3756676" cy="3935328"/>
          </a:xfrm>
        </p:grpSpPr>
        <p:sp>
          <p:nvSpPr>
            <p:cNvPr id="2123" name="Google Shape;2123;p31"/>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4" name="Google Shape;2124;p31"/>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5" name="Google Shape;2125;p31"/>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6" name="Google Shape;2126;p31"/>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7" name="Google Shape;2127;p31"/>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8" name="Google Shape;2128;p31"/>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29" name="Google Shape;2129;p31"/>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0" name="Google Shape;2130;p31"/>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1" name="Google Shape;2131;p31"/>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2" name="Google Shape;2132;p31"/>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3" name="Google Shape;2133;p31"/>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4" name="Google Shape;2134;p31"/>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5" name="Google Shape;2135;p31"/>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6" name="Google Shape;2136;p31"/>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7" name="Google Shape;2137;p31"/>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8" name="Google Shape;2138;p31"/>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39" name="Google Shape;2139;p31"/>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0" name="Google Shape;2140;p31"/>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1" name="Google Shape;2141;p31"/>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2" name="Google Shape;2142;p31"/>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3" name="Google Shape;2143;p31"/>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4" name="Google Shape;2144;p31"/>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5" name="Google Shape;2145;p31"/>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6" name="Google Shape;2146;p31"/>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7" name="Google Shape;2147;p31"/>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8" name="Google Shape;2148;p31"/>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9" name="Google Shape;2149;p31"/>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0" name="Google Shape;2150;p31"/>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1" name="Google Shape;2151;p31"/>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2" name="Google Shape;2152;p31"/>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3" name="Google Shape;2153;p31"/>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4" name="Google Shape;2154;p31"/>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5" name="Google Shape;2155;p31"/>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6" name="Google Shape;2156;p31"/>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57" name="Google Shape;2157;p31"/>
          <p:cNvSpPr txBox="1">
            <a:spLocks noGrp="1"/>
          </p:cNvSpPr>
          <p:nvPr>
            <p:ph type="subTitle" idx="1"/>
          </p:nvPr>
        </p:nvSpPr>
        <p:spPr>
          <a:xfrm>
            <a:off x="981033" y="1666333"/>
            <a:ext cx="10256000" cy="138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2"/>
              </a:buClr>
              <a:buSzPts val="1400"/>
              <a:buChar char="●"/>
              <a:defRPr/>
            </a:lvl1pPr>
            <a:lvl2pPr lvl="1" rtl="0">
              <a:spcBef>
                <a:spcPts val="0"/>
              </a:spcBef>
              <a:spcAft>
                <a:spcPts val="0"/>
              </a:spcAft>
              <a:buSzPts val="1400"/>
              <a:buChar char="○"/>
              <a:defRPr/>
            </a:lvl2pPr>
            <a:lvl3pPr lvl="2" rtl="0">
              <a:spcBef>
                <a:spcPts val="2133"/>
              </a:spcBef>
              <a:spcAft>
                <a:spcPts val="0"/>
              </a:spcAft>
              <a:buSzPts val="1400"/>
              <a:buChar char="■"/>
              <a:defRPr/>
            </a:lvl3pPr>
            <a:lvl4pPr lvl="3" rtl="0">
              <a:spcBef>
                <a:spcPts val="2133"/>
              </a:spcBef>
              <a:spcAft>
                <a:spcPts val="0"/>
              </a:spcAft>
              <a:buSzPts val="1400"/>
              <a:buChar char="●"/>
              <a:defRPr/>
            </a:lvl4pPr>
            <a:lvl5pPr lvl="4" rtl="0">
              <a:spcBef>
                <a:spcPts val="2133"/>
              </a:spcBef>
              <a:spcAft>
                <a:spcPts val="0"/>
              </a:spcAft>
              <a:buSzPts val="1400"/>
              <a:buChar char="○"/>
              <a:defRPr/>
            </a:lvl5pPr>
            <a:lvl6pPr lvl="5" rtl="0">
              <a:spcBef>
                <a:spcPts val="2133"/>
              </a:spcBef>
              <a:spcAft>
                <a:spcPts val="0"/>
              </a:spcAft>
              <a:buSzPts val="1400"/>
              <a:buChar char="■"/>
              <a:defRPr/>
            </a:lvl6pPr>
            <a:lvl7pPr lvl="6" rtl="0">
              <a:spcBef>
                <a:spcPts val="2133"/>
              </a:spcBef>
              <a:spcAft>
                <a:spcPts val="0"/>
              </a:spcAft>
              <a:buSzPts val="1400"/>
              <a:buChar char="●"/>
              <a:defRPr/>
            </a:lvl7pPr>
            <a:lvl8pPr lvl="7" rtl="0">
              <a:spcBef>
                <a:spcPts val="2133"/>
              </a:spcBef>
              <a:spcAft>
                <a:spcPts val="0"/>
              </a:spcAft>
              <a:buSzPts val="1400"/>
              <a:buChar char="○"/>
              <a:defRPr/>
            </a:lvl8pPr>
            <a:lvl9pPr lvl="8" rtl="0">
              <a:spcBef>
                <a:spcPts val="2133"/>
              </a:spcBef>
              <a:spcAft>
                <a:spcPts val="2133"/>
              </a:spcAft>
              <a:buSzPts val="1400"/>
              <a:buChar char="■"/>
              <a:defRPr/>
            </a:lvl9pPr>
          </a:lstStyle>
          <a:p>
            <a:r>
              <a:rPr lang="en-US"/>
              <a:t>Click to edit Master subtitle style</a:t>
            </a:r>
            <a:endParaRPr/>
          </a:p>
        </p:txBody>
      </p:sp>
      <p:grpSp>
        <p:nvGrpSpPr>
          <p:cNvPr id="2158" name="Google Shape;2158;p31"/>
          <p:cNvGrpSpPr/>
          <p:nvPr/>
        </p:nvGrpSpPr>
        <p:grpSpPr>
          <a:xfrm>
            <a:off x="11031491" y="-582984"/>
            <a:ext cx="1563259" cy="1446317"/>
            <a:chOff x="940201" y="467822"/>
            <a:chExt cx="4254149" cy="3935914"/>
          </a:xfrm>
        </p:grpSpPr>
        <p:sp>
          <p:nvSpPr>
            <p:cNvPr id="2159" name="Google Shape;2159;p31"/>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0" name="Google Shape;2160;p31"/>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1" name="Google Shape;2161;p31"/>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2" name="Google Shape;2162;p31"/>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3" name="Google Shape;2163;p31"/>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4" name="Google Shape;2164;p31"/>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5" name="Google Shape;2165;p31"/>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6" name="Google Shape;2166;p31"/>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67" name="Google Shape;2167;p31"/>
          <p:cNvSpPr/>
          <p:nvPr/>
        </p:nvSpPr>
        <p:spPr>
          <a:xfrm>
            <a:off x="6937868" y="-671867"/>
            <a:ext cx="2557321" cy="1137200"/>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68" name="Google Shape;2168;p31"/>
          <p:cNvSpPr/>
          <p:nvPr/>
        </p:nvSpPr>
        <p:spPr>
          <a:xfrm flipH="1">
            <a:off x="352432" y="13569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69" name="Google Shape;2169;p31"/>
          <p:cNvSpPr/>
          <p:nvPr/>
        </p:nvSpPr>
        <p:spPr>
          <a:xfrm flipH="1">
            <a:off x="11705393" y="50364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70" name="Google Shape;2170;p31"/>
          <p:cNvSpPr/>
          <p:nvPr/>
        </p:nvSpPr>
        <p:spPr>
          <a:xfrm rot="10800000" flipH="1">
            <a:off x="2748301" y="6371833"/>
            <a:ext cx="2557321" cy="1137200"/>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71" name="Google Shape;2171;p31"/>
          <p:cNvGrpSpPr/>
          <p:nvPr/>
        </p:nvGrpSpPr>
        <p:grpSpPr>
          <a:xfrm>
            <a:off x="213962" y="4669983"/>
            <a:ext cx="349551" cy="708717"/>
            <a:chOff x="2322875" y="1049950"/>
            <a:chExt cx="1301705" cy="2640525"/>
          </a:xfrm>
        </p:grpSpPr>
        <p:sp>
          <p:nvSpPr>
            <p:cNvPr id="2172" name="Google Shape;2172;p31"/>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3" name="Google Shape;2173;p31"/>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4" name="Google Shape;2174;p31"/>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175" name="Google Shape;2175;p31"/>
          <p:cNvGrpSpPr/>
          <p:nvPr/>
        </p:nvGrpSpPr>
        <p:grpSpPr>
          <a:xfrm>
            <a:off x="11628429" y="1272016"/>
            <a:ext cx="349551" cy="708717"/>
            <a:chOff x="2322875" y="1049950"/>
            <a:chExt cx="1301705" cy="2640525"/>
          </a:xfrm>
        </p:grpSpPr>
        <p:sp>
          <p:nvSpPr>
            <p:cNvPr id="2176" name="Google Shape;2176;p31"/>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7" name="Google Shape;2177;p31"/>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8" name="Google Shape;2178;p31"/>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179" name="Google Shape;2179;p31"/>
          <p:cNvSpPr/>
          <p:nvPr/>
        </p:nvSpPr>
        <p:spPr>
          <a:xfrm flipH="1">
            <a:off x="10060132" y="6459735"/>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53454545"/>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2180"/>
        <p:cNvGrpSpPr/>
        <p:nvPr/>
      </p:nvGrpSpPr>
      <p:grpSpPr>
        <a:xfrm>
          <a:off x="0" y="0"/>
          <a:ext cx="0" cy="0"/>
          <a:chOff x="0" y="0"/>
          <a:chExt cx="0" cy="0"/>
        </a:xfrm>
      </p:grpSpPr>
      <p:sp>
        <p:nvSpPr>
          <p:cNvPr id="2181" name="Google Shape;2181;p32"/>
          <p:cNvSpPr/>
          <p:nvPr/>
        </p:nvSpPr>
        <p:spPr>
          <a:xfrm rot="10800000" flipH="1">
            <a:off x="3495827" y="5353363"/>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82" name="Google Shape;2182;p32"/>
          <p:cNvSpPr/>
          <p:nvPr/>
        </p:nvSpPr>
        <p:spPr>
          <a:xfrm rot="-5400000" flipH="1">
            <a:off x="8862582" y="-360315"/>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83" name="Google Shape;2183;p32"/>
          <p:cNvSpPr/>
          <p:nvPr/>
        </p:nvSpPr>
        <p:spPr>
          <a:xfrm rot="5400000" flipH="1">
            <a:off x="182644" y="-182702"/>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184" name="Google Shape;2184;p32"/>
          <p:cNvGrpSpPr/>
          <p:nvPr/>
        </p:nvGrpSpPr>
        <p:grpSpPr>
          <a:xfrm>
            <a:off x="10796761" y="5560872"/>
            <a:ext cx="1657416" cy="1533432"/>
            <a:chOff x="940201" y="467822"/>
            <a:chExt cx="4254149" cy="3935914"/>
          </a:xfrm>
        </p:grpSpPr>
        <p:sp>
          <p:nvSpPr>
            <p:cNvPr id="2185" name="Google Shape;2185;p32"/>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6" name="Google Shape;2186;p32"/>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7" name="Google Shape;2187;p32"/>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8" name="Google Shape;2188;p32"/>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9" name="Google Shape;2189;p32"/>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0" name="Google Shape;2190;p32"/>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1" name="Google Shape;2191;p32"/>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2" name="Google Shape;2192;p32"/>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193" name="Google Shape;2193;p32"/>
          <p:cNvGrpSpPr/>
          <p:nvPr/>
        </p:nvGrpSpPr>
        <p:grpSpPr>
          <a:xfrm>
            <a:off x="-276294" y="-744011"/>
            <a:ext cx="1809215" cy="1895253"/>
            <a:chOff x="1511250" y="306000"/>
            <a:chExt cx="3756676" cy="3935328"/>
          </a:xfrm>
        </p:grpSpPr>
        <p:sp>
          <p:nvSpPr>
            <p:cNvPr id="2194" name="Google Shape;2194;p32"/>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5" name="Google Shape;2195;p32"/>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6" name="Google Shape;2196;p32"/>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7" name="Google Shape;2197;p32"/>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8" name="Google Shape;2198;p32"/>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9" name="Google Shape;2199;p32"/>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0" name="Google Shape;2200;p32"/>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1" name="Google Shape;2201;p32"/>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2" name="Google Shape;2202;p32"/>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3" name="Google Shape;2203;p32"/>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4" name="Google Shape;2204;p32"/>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5" name="Google Shape;2205;p32"/>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6" name="Google Shape;2206;p32"/>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7" name="Google Shape;2207;p32"/>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8" name="Google Shape;2208;p32"/>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9" name="Google Shape;2209;p32"/>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0" name="Google Shape;2210;p32"/>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1" name="Google Shape;2211;p32"/>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2" name="Google Shape;2212;p32"/>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3" name="Google Shape;2213;p32"/>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4" name="Google Shape;2214;p32"/>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5" name="Google Shape;2215;p32"/>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6" name="Google Shape;2216;p32"/>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7" name="Google Shape;2217;p32"/>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8" name="Google Shape;2218;p32"/>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19" name="Google Shape;2219;p32"/>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0" name="Google Shape;2220;p32"/>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1" name="Google Shape;2221;p32"/>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2" name="Google Shape;2222;p32"/>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3" name="Google Shape;2223;p32"/>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4" name="Google Shape;2224;p32"/>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5" name="Google Shape;2225;p32"/>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6" name="Google Shape;2226;p32"/>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27" name="Google Shape;2227;p32"/>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228" name="Google Shape;2228;p32"/>
          <p:cNvGrpSpPr/>
          <p:nvPr/>
        </p:nvGrpSpPr>
        <p:grpSpPr>
          <a:xfrm rot="-1309239">
            <a:off x="-628403" y="5729918"/>
            <a:ext cx="1753907" cy="1673157"/>
            <a:chOff x="936800" y="644000"/>
            <a:chExt cx="3397834" cy="3241401"/>
          </a:xfrm>
        </p:grpSpPr>
        <p:sp>
          <p:nvSpPr>
            <p:cNvPr id="2229" name="Google Shape;2229;p32"/>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0" name="Google Shape;2230;p32"/>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1" name="Google Shape;2231;p32"/>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2" name="Google Shape;2232;p32"/>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3" name="Google Shape;2233;p32"/>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4" name="Google Shape;2234;p32"/>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5" name="Google Shape;2235;p32"/>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6" name="Google Shape;2236;p32"/>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7" name="Google Shape;2237;p32"/>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38" name="Google Shape;2238;p32"/>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239" name="Google Shape;2239;p32"/>
          <p:cNvSpPr/>
          <p:nvPr/>
        </p:nvSpPr>
        <p:spPr>
          <a:xfrm>
            <a:off x="6588401" y="-485000"/>
            <a:ext cx="2557321" cy="1137200"/>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40" name="Google Shape;2240;p32"/>
          <p:cNvSpPr txBox="1">
            <a:spLocks noGrp="1"/>
          </p:cNvSpPr>
          <p:nvPr>
            <p:ph type="title"/>
          </p:nvPr>
        </p:nvSpPr>
        <p:spPr>
          <a:xfrm>
            <a:off x="6763684" y="1903000"/>
            <a:ext cx="3804800" cy="1580000"/>
          </a:xfrm>
          <a:prstGeom prst="rect">
            <a:avLst/>
          </a:prstGeom>
        </p:spPr>
        <p:txBody>
          <a:bodyPr spcFirstLastPara="1" wrap="square" lIns="91425" tIns="91425" rIns="91425" bIns="91425" anchor="b" anchorCtr="0">
            <a:noAutofit/>
          </a:bodyPr>
          <a:lstStyle>
            <a:lvl1pPr lvl="0" rtl="0">
              <a:lnSpc>
                <a:spcPct val="90000"/>
              </a:lnSpc>
              <a:spcBef>
                <a:spcPts val="0"/>
              </a:spcBef>
              <a:spcAft>
                <a:spcPts val="0"/>
              </a:spcAft>
              <a:buSzPts val="3500"/>
              <a:buNone/>
              <a:defRPr/>
            </a:lvl1pPr>
            <a:lvl2pPr lvl="1" rtl="0">
              <a:spcBef>
                <a:spcPts val="0"/>
              </a:spcBef>
              <a:spcAft>
                <a:spcPts val="0"/>
              </a:spcAft>
              <a:buSzPts val="3500"/>
              <a:buNone/>
              <a:defRPr>
                <a:latin typeface="Inter"/>
                <a:ea typeface="Inter"/>
                <a:cs typeface="Inter"/>
                <a:sym typeface="Inter"/>
              </a:defRPr>
            </a:lvl2pPr>
            <a:lvl3pPr lvl="2" rtl="0">
              <a:spcBef>
                <a:spcPts val="0"/>
              </a:spcBef>
              <a:spcAft>
                <a:spcPts val="0"/>
              </a:spcAft>
              <a:buSzPts val="3500"/>
              <a:buNone/>
              <a:defRPr>
                <a:latin typeface="Inter"/>
                <a:ea typeface="Inter"/>
                <a:cs typeface="Inter"/>
                <a:sym typeface="Inter"/>
              </a:defRPr>
            </a:lvl3pPr>
            <a:lvl4pPr lvl="3" rtl="0">
              <a:spcBef>
                <a:spcPts val="0"/>
              </a:spcBef>
              <a:spcAft>
                <a:spcPts val="0"/>
              </a:spcAft>
              <a:buSzPts val="3500"/>
              <a:buNone/>
              <a:defRPr>
                <a:latin typeface="Inter"/>
                <a:ea typeface="Inter"/>
                <a:cs typeface="Inter"/>
                <a:sym typeface="Inter"/>
              </a:defRPr>
            </a:lvl4pPr>
            <a:lvl5pPr lvl="4" rtl="0">
              <a:spcBef>
                <a:spcPts val="0"/>
              </a:spcBef>
              <a:spcAft>
                <a:spcPts val="0"/>
              </a:spcAft>
              <a:buSzPts val="3500"/>
              <a:buNone/>
              <a:defRPr>
                <a:latin typeface="Inter"/>
                <a:ea typeface="Inter"/>
                <a:cs typeface="Inter"/>
                <a:sym typeface="Inter"/>
              </a:defRPr>
            </a:lvl5pPr>
            <a:lvl6pPr lvl="5" rtl="0">
              <a:spcBef>
                <a:spcPts val="0"/>
              </a:spcBef>
              <a:spcAft>
                <a:spcPts val="0"/>
              </a:spcAft>
              <a:buSzPts val="3500"/>
              <a:buNone/>
              <a:defRPr>
                <a:latin typeface="Inter"/>
                <a:ea typeface="Inter"/>
                <a:cs typeface="Inter"/>
                <a:sym typeface="Inter"/>
              </a:defRPr>
            </a:lvl6pPr>
            <a:lvl7pPr lvl="6" rtl="0">
              <a:spcBef>
                <a:spcPts val="0"/>
              </a:spcBef>
              <a:spcAft>
                <a:spcPts val="0"/>
              </a:spcAft>
              <a:buSzPts val="3500"/>
              <a:buNone/>
              <a:defRPr>
                <a:latin typeface="Inter"/>
                <a:ea typeface="Inter"/>
                <a:cs typeface="Inter"/>
                <a:sym typeface="Inter"/>
              </a:defRPr>
            </a:lvl7pPr>
            <a:lvl8pPr lvl="7" rtl="0">
              <a:spcBef>
                <a:spcPts val="0"/>
              </a:spcBef>
              <a:spcAft>
                <a:spcPts val="0"/>
              </a:spcAft>
              <a:buSzPts val="3500"/>
              <a:buNone/>
              <a:defRPr>
                <a:latin typeface="Inter"/>
                <a:ea typeface="Inter"/>
                <a:cs typeface="Inter"/>
                <a:sym typeface="Inter"/>
              </a:defRPr>
            </a:lvl8pPr>
            <a:lvl9pPr lvl="8" rtl="0">
              <a:spcBef>
                <a:spcPts val="0"/>
              </a:spcBef>
              <a:spcAft>
                <a:spcPts val="0"/>
              </a:spcAft>
              <a:buSzPts val="3500"/>
              <a:buNone/>
              <a:defRPr>
                <a:latin typeface="Inter"/>
                <a:ea typeface="Inter"/>
                <a:cs typeface="Inter"/>
                <a:sym typeface="Inter"/>
              </a:defRPr>
            </a:lvl9pPr>
          </a:lstStyle>
          <a:p>
            <a:r>
              <a:rPr lang="en-US"/>
              <a:t>Click to edit Master title style</a:t>
            </a:r>
            <a:endParaRPr/>
          </a:p>
        </p:txBody>
      </p:sp>
      <p:sp>
        <p:nvSpPr>
          <p:cNvPr id="2241" name="Google Shape;2241;p32"/>
          <p:cNvSpPr txBox="1">
            <a:spLocks noGrp="1"/>
          </p:cNvSpPr>
          <p:nvPr>
            <p:ph type="subTitle" idx="1"/>
          </p:nvPr>
        </p:nvSpPr>
        <p:spPr>
          <a:xfrm>
            <a:off x="6763684" y="3526900"/>
            <a:ext cx="3804800" cy="1640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rtl="0">
              <a:spcBef>
                <a:spcPts val="2133"/>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r>
              <a:rPr lang="en-US"/>
              <a:t>Click to edit Master subtitle style</a:t>
            </a:r>
            <a:endParaRPr/>
          </a:p>
        </p:txBody>
      </p:sp>
      <p:grpSp>
        <p:nvGrpSpPr>
          <p:cNvPr id="2242" name="Google Shape;2242;p32"/>
          <p:cNvGrpSpPr/>
          <p:nvPr/>
        </p:nvGrpSpPr>
        <p:grpSpPr>
          <a:xfrm rot="3101353">
            <a:off x="10942191" y="-444259"/>
            <a:ext cx="1612944" cy="1372668"/>
            <a:chOff x="725975" y="529375"/>
            <a:chExt cx="4581126" cy="3898687"/>
          </a:xfrm>
        </p:grpSpPr>
        <p:sp>
          <p:nvSpPr>
            <p:cNvPr id="2243" name="Google Shape;2243;p32"/>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4" name="Google Shape;2244;p32"/>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5" name="Google Shape;2245;p32"/>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6" name="Google Shape;2246;p32"/>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7" name="Google Shape;2247;p32"/>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8" name="Google Shape;2248;p32"/>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49" name="Google Shape;2249;p32"/>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0" name="Google Shape;2250;p32"/>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1" name="Google Shape;2251;p32"/>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2" name="Google Shape;2252;p32"/>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3" name="Google Shape;2253;p32"/>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4" name="Google Shape;2254;p32"/>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5" name="Google Shape;2255;p32"/>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6" name="Google Shape;2256;p32"/>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7" name="Google Shape;2257;p32"/>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8" name="Google Shape;2258;p32"/>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59" name="Google Shape;2259;p32"/>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0" name="Google Shape;2260;p32"/>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1" name="Google Shape;2261;p32"/>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2" name="Google Shape;2262;p32"/>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3" name="Google Shape;2263;p32"/>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4" name="Google Shape;2264;p32"/>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65" name="Google Shape;2265;p32"/>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266" name="Google Shape;2266;p32"/>
          <p:cNvSpPr/>
          <p:nvPr/>
        </p:nvSpPr>
        <p:spPr>
          <a:xfrm flipH="1">
            <a:off x="1842359" y="6436951"/>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67" name="Google Shape;2267;p32"/>
          <p:cNvSpPr/>
          <p:nvPr/>
        </p:nvSpPr>
        <p:spPr>
          <a:xfrm flipH="1">
            <a:off x="251332" y="40923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68" name="Google Shape;2268;p32"/>
          <p:cNvSpPr/>
          <p:nvPr/>
        </p:nvSpPr>
        <p:spPr>
          <a:xfrm flipH="1">
            <a:off x="11674359" y="4373084"/>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69" name="Google Shape;2269;p32"/>
          <p:cNvSpPr/>
          <p:nvPr/>
        </p:nvSpPr>
        <p:spPr>
          <a:xfrm rot="10800000" flipH="1">
            <a:off x="2748301" y="6249400"/>
            <a:ext cx="2557321" cy="1137200"/>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70" name="Google Shape;2270;p32"/>
          <p:cNvGrpSpPr/>
          <p:nvPr/>
        </p:nvGrpSpPr>
        <p:grpSpPr>
          <a:xfrm>
            <a:off x="251329" y="1477816"/>
            <a:ext cx="349551" cy="708717"/>
            <a:chOff x="2322875" y="1049950"/>
            <a:chExt cx="1301705" cy="2640525"/>
          </a:xfrm>
        </p:grpSpPr>
        <p:sp>
          <p:nvSpPr>
            <p:cNvPr id="2271" name="Google Shape;2271;p32"/>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2" name="Google Shape;2272;p32"/>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3" name="Google Shape;2273;p32"/>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274" name="Google Shape;2274;p32"/>
          <p:cNvGrpSpPr/>
          <p:nvPr/>
        </p:nvGrpSpPr>
        <p:grpSpPr>
          <a:xfrm>
            <a:off x="11624129" y="1430816"/>
            <a:ext cx="349551" cy="708717"/>
            <a:chOff x="2322875" y="1049950"/>
            <a:chExt cx="1301705" cy="2640525"/>
          </a:xfrm>
        </p:grpSpPr>
        <p:sp>
          <p:nvSpPr>
            <p:cNvPr id="2275" name="Google Shape;2275;p32"/>
            <p:cNvSpPr/>
            <p:nvPr/>
          </p:nvSpPr>
          <p:spPr>
            <a:xfrm>
              <a:off x="2322875" y="1049950"/>
              <a:ext cx="1301705" cy="2228295"/>
            </a:xfrm>
            <a:custGeom>
              <a:avLst/>
              <a:gdLst/>
              <a:ahLst/>
              <a:cxnLst/>
              <a:rect l="l" t="t" r="r" b="b"/>
              <a:pathLst>
                <a:path w="10872" h="18611" extrusionOk="0">
                  <a:moveTo>
                    <a:pt x="5442" y="2763"/>
                  </a:moveTo>
                  <a:cubicBezTo>
                    <a:pt x="5449" y="2763"/>
                    <a:pt x="5456" y="2763"/>
                    <a:pt x="5463" y="2763"/>
                  </a:cubicBezTo>
                  <a:cubicBezTo>
                    <a:pt x="6992" y="2776"/>
                    <a:pt x="8222" y="4027"/>
                    <a:pt x="8208" y="5556"/>
                  </a:cubicBezTo>
                  <a:cubicBezTo>
                    <a:pt x="8196" y="7077"/>
                    <a:pt x="6958" y="8301"/>
                    <a:pt x="5441" y="8301"/>
                  </a:cubicBezTo>
                  <a:cubicBezTo>
                    <a:pt x="5433" y="8301"/>
                    <a:pt x="5425" y="8301"/>
                    <a:pt x="5417" y="8301"/>
                  </a:cubicBezTo>
                  <a:cubicBezTo>
                    <a:pt x="5305" y="8299"/>
                    <a:pt x="5195" y="8290"/>
                    <a:pt x="5088" y="8277"/>
                  </a:cubicBezTo>
                  <a:cubicBezTo>
                    <a:pt x="3716" y="8102"/>
                    <a:pt x="2659" y="6927"/>
                    <a:pt x="2671" y="5509"/>
                  </a:cubicBezTo>
                  <a:cubicBezTo>
                    <a:pt x="2683" y="4091"/>
                    <a:pt x="3759" y="2934"/>
                    <a:pt x="5132" y="2781"/>
                  </a:cubicBezTo>
                  <a:cubicBezTo>
                    <a:pt x="5234" y="2770"/>
                    <a:pt x="5337" y="2763"/>
                    <a:pt x="5442" y="2763"/>
                  </a:cubicBezTo>
                  <a:close/>
                  <a:moveTo>
                    <a:pt x="5441" y="1"/>
                  </a:moveTo>
                  <a:cubicBezTo>
                    <a:pt x="5346" y="1"/>
                    <a:pt x="5251" y="3"/>
                    <a:pt x="5157" y="8"/>
                  </a:cubicBezTo>
                  <a:cubicBezTo>
                    <a:pt x="3050" y="119"/>
                    <a:pt x="1010" y="1456"/>
                    <a:pt x="525" y="4033"/>
                  </a:cubicBezTo>
                  <a:cubicBezTo>
                    <a:pt x="1" y="6825"/>
                    <a:pt x="840" y="11210"/>
                    <a:pt x="5004" y="18080"/>
                  </a:cubicBezTo>
                  <a:cubicBezTo>
                    <a:pt x="5111" y="18255"/>
                    <a:pt x="5220" y="18432"/>
                    <a:pt x="5330" y="18611"/>
                  </a:cubicBezTo>
                  <a:cubicBezTo>
                    <a:pt x="9898" y="11510"/>
                    <a:pt x="10872" y="6988"/>
                    <a:pt x="10380" y="4116"/>
                  </a:cubicBezTo>
                  <a:cubicBezTo>
                    <a:pt x="9912" y="1377"/>
                    <a:pt x="7676" y="1"/>
                    <a:pt x="54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6" name="Google Shape;2276;p32"/>
            <p:cNvSpPr/>
            <p:nvPr/>
          </p:nvSpPr>
          <p:spPr>
            <a:xfrm>
              <a:off x="2681824" y="3509683"/>
              <a:ext cx="584881" cy="180792"/>
            </a:xfrm>
            <a:custGeom>
              <a:avLst/>
              <a:gdLst/>
              <a:ahLst/>
              <a:cxnLst/>
              <a:rect l="l" t="t" r="r" b="b"/>
              <a:pathLst>
                <a:path w="4885" h="1510" extrusionOk="0">
                  <a:moveTo>
                    <a:pt x="2442" y="1"/>
                  </a:moveTo>
                  <a:cubicBezTo>
                    <a:pt x="1094" y="1"/>
                    <a:pt x="1" y="340"/>
                    <a:pt x="1" y="756"/>
                  </a:cubicBezTo>
                  <a:cubicBezTo>
                    <a:pt x="1" y="1171"/>
                    <a:pt x="1094" y="1509"/>
                    <a:pt x="2442" y="1509"/>
                  </a:cubicBezTo>
                  <a:cubicBezTo>
                    <a:pt x="3791" y="1509"/>
                    <a:pt x="4884" y="1172"/>
                    <a:pt x="4884" y="756"/>
                  </a:cubicBezTo>
                  <a:cubicBezTo>
                    <a:pt x="4884" y="339"/>
                    <a:pt x="3791" y="1"/>
                    <a:pt x="2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77" name="Google Shape;2277;p32"/>
            <p:cNvSpPr/>
            <p:nvPr/>
          </p:nvSpPr>
          <p:spPr>
            <a:xfrm>
              <a:off x="2922002" y="1049950"/>
              <a:ext cx="702576" cy="2228295"/>
            </a:xfrm>
            <a:custGeom>
              <a:avLst/>
              <a:gdLst/>
              <a:ahLst/>
              <a:cxnLst/>
              <a:rect l="l" t="t" r="r" b="b"/>
              <a:pathLst>
                <a:path w="5868" h="18611" extrusionOk="0">
                  <a:moveTo>
                    <a:pt x="439" y="0"/>
                  </a:moveTo>
                  <a:cubicBezTo>
                    <a:pt x="343" y="0"/>
                    <a:pt x="248" y="3"/>
                    <a:pt x="153" y="8"/>
                  </a:cubicBezTo>
                  <a:cubicBezTo>
                    <a:pt x="2258" y="153"/>
                    <a:pt x="4275" y="1524"/>
                    <a:pt x="4716" y="4110"/>
                  </a:cubicBezTo>
                  <a:cubicBezTo>
                    <a:pt x="5195" y="6911"/>
                    <a:pt x="4281" y="11280"/>
                    <a:pt x="0" y="18080"/>
                  </a:cubicBezTo>
                  <a:cubicBezTo>
                    <a:pt x="107" y="18255"/>
                    <a:pt x="216" y="18432"/>
                    <a:pt x="326" y="18611"/>
                  </a:cubicBezTo>
                  <a:cubicBezTo>
                    <a:pt x="4894" y="11510"/>
                    <a:pt x="5868" y="6988"/>
                    <a:pt x="5376" y="4116"/>
                  </a:cubicBezTo>
                  <a:cubicBezTo>
                    <a:pt x="4908" y="1378"/>
                    <a:pt x="2673" y="0"/>
                    <a:pt x="439" y="0"/>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xmlns="" val="102098256"/>
      </p:ext>
    </p:extLst>
  </p:cSld>
  <p:clrMapOvr>
    <a:masterClrMapping/>
  </p:clrMapOvr>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2278"/>
        <p:cNvGrpSpPr/>
        <p:nvPr/>
      </p:nvGrpSpPr>
      <p:grpSpPr>
        <a:xfrm>
          <a:off x="0" y="0"/>
          <a:ext cx="0" cy="0"/>
          <a:chOff x="0" y="0"/>
          <a:chExt cx="0" cy="0"/>
        </a:xfrm>
      </p:grpSpPr>
      <p:sp>
        <p:nvSpPr>
          <p:cNvPr id="2279" name="Google Shape;2279;p33"/>
          <p:cNvSpPr/>
          <p:nvPr/>
        </p:nvSpPr>
        <p:spPr>
          <a:xfrm rot="5400000" flipH="1">
            <a:off x="360288" y="3528589"/>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80" name="Google Shape;2280;p33"/>
          <p:cNvSpPr txBox="1">
            <a:spLocks noGrp="1"/>
          </p:cNvSpPr>
          <p:nvPr>
            <p:ph type="title"/>
          </p:nvPr>
        </p:nvSpPr>
        <p:spPr>
          <a:xfrm>
            <a:off x="968043" y="923700"/>
            <a:ext cx="4826000" cy="1041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sz="72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r>
              <a:rPr lang="en-US"/>
              <a:t>Click to edit Master title style</a:t>
            </a:r>
            <a:endParaRPr/>
          </a:p>
        </p:txBody>
      </p:sp>
      <p:sp>
        <p:nvSpPr>
          <p:cNvPr id="2281" name="Google Shape;2281;p33"/>
          <p:cNvSpPr txBox="1">
            <a:spLocks noGrp="1"/>
          </p:cNvSpPr>
          <p:nvPr>
            <p:ph type="subTitle" idx="1"/>
          </p:nvPr>
        </p:nvSpPr>
        <p:spPr>
          <a:xfrm>
            <a:off x="967967" y="2033233"/>
            <a:ext cx="4826000" cy="145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2282" name="Google Shape;2282;p33"/>
          <p:cNvSpPr txBox="1"/>
          <p:nvPr/>
        </p:nvSpPr>
        <p:spPr>
          <a:xfrm>
            <a:off x="967967" y="4336500"/>
            <a:ext cx="4826000" cy="9668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600">
                <a:solidFill>
                  <a:schemeClr val="dk1"/>
                </a:solidFill>
                <a:latin typeface="Inter"/>
                <a:ea typeface="Inter"/>
                <a:cs typeface="Inter"/>
                <a:sym typeface="Inter"/>
              </a:rPr>
              <a:t>Credits: This presentation template was created by </a:t>
            </a:r>
            <a:r>
              <a:rPr lang="en" sz="1600" b="1" u="sng">
                <a:solidFill>
                  <a:schemeClr val="hlink"/>
                </a:solidFill>
                <a:latin typeface="Work Sans"/>
                <a:ea typeface="Work Sans"/>
                <a:cs typeface="Work Sans"/>
                <a:sym typeface="Work Sans"/>
                <a:hlinkClick r:id="rId2"/>
              </a:rPr>
              <a:t>Slidesgo</a:t>
            </a:r>
            <a:r>
              <a:rPr lang="en" sz="1600">
                <a:solidFill>
                  <a:schemeClr val="dk1"/>
                </a:solidFill>
                <a:latin typeface="Inter"/>
                <a:ea typeface="Inter"/>
                <a:cs typeface="Inter"/>
                <a:sym typeface="Inter"/>
              </a:rPr>
              <a:t>, and includes icons, infographics &amp; images by </a:t>
            </a:r>
            <a:r>
              <a:rPr lang="en" sz="1600" b="1" u="sng">
                <a:solidFill>
                  <a:schemeClr val="dk1"/>
                </a:solidFill>
                <a:latin typeface="Work Sans"/>
                <a:ea typeface="Work Sans"/>
                <a:cs typeface="Work Sans"/>
                <a:sym typeface="Work Sans"/>
                <a:hlinkClick r:id="rId3">
                  <a:extLst>
                    <a:ext uri="{A12FA001-AC4F-418D-AE19-62706E023703}">
                      <ahyp:hlinkClr xmlns:ahyp="http://schemas.microsoft.com/office/drawing/2018/hyperlinkcolor" xmlns="" val="tx"/>
                    </a:ext>
                  </a:extLst>
                </a:hlinkClick>
              </a:rPr>
              <a:t>Freepik</a:t>
            </a:r>
            <a:r>
              <a:rPr lang="en" sz="1600" b="1" u="sng">
                <a:solidFill>
                  <a:schemeClr val="dk1"/>
                </a:solidFill>
                <a:latin typeface="Work Sans"/>
                <a:ea typeface="Work Sans"/>
                <a:cs typeface="Work Sans"/>
                <a:sym typeface="Work Sans"/>
              </a:rPr>
              <a:t> </a:t>
            </a:r>
            <a:endParaRPr sz="1600" b="1" u="sng">
              <a:solidFill>
                <a:schemeClr val="dk1"/>
              </a:solidFill>
              <a:latin typeface="Work Sans"/>
              <a:ea typeface="Work Sans"/>
              <a:cs typeface="Work Sans"/>
              <a:sym typeface="Work Sans"/>
            </a:endParaRPr>
          </a:p>
        </p:txBody>
      </p:sp>
      <p:sp>
        <p:nvSpPr>
          <p:cNvPr id="2283" name="Google Shape;2283;p33"/>
          <p:cNvSpPr/>
          <p:nvPr/>
        </p:nvSpPr>
        <p:spPr>
          <a:xfrm flipH="1">
            <a:off x="2882883" y="-63867"/>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84" name="Google Shape;2284;p33"/>
          <p:cNvSpPr/>
          <p:nvPr/>
        </p:nvSpPr>
        <p:spPr>
          <a:xfrm>
            <a:off x="8702833" y="3003669"/>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285" name="Google Shape;2285;p33"/>
          <p:cNvGrpSpPr/>
          <p:nvPr/>
        </p:nvGrpSpPr>
        <p:grpSpPr>
          <a:xfrm>
            <a:off x="-764707" y="-765910"/>
            <a:ext cx="1816681" cy="1943937"/>
            <a:chOff x="1141181" y="262025"/>
            <a:chExt cx="4067198" cy="4352099"/>
          </a:xfrm>
        </p:grpSpPr>
        <p:sp>
          <p:nvSpPr>
            <p:cNvPr id="2286" name="Google Shape;2286;p33"/>
            <p:cNvSpPr/>
            <p:nvPr/>
          </p:nvSpPr>
          <p:spPr>
            <a:xfrm>
              <a:off x="1618170" y="262025"/>
              <a:ext cx="3590208" cy="3617788"/>
            </a:xfrm>
            <a:custGeom>
              <a:avLst/>
              <a:gdLst/>
              <a:ahLst/>
              <a:cxnLst/>
              <a:rect l="l" t="t" r="r" b="b"/>
              <a:pathLst>
                <a:path w="20789" h="20949" extrusionOk="0">
                  <a:moveTo>
                    <a:pt x="8227" y="1"/>
                  </a:moveTo>
                  <a:cubicBezTo>
                    <a:pt x="7922" y="1"/>
                    <a:pt x="7615" y="111"/>
                    <a:pt x="7373" y="333"/>
                  </a:cubicBezTo>
                  <a:lnTo>
                    <a:pt x="547" y="6599"/>
                  </a:lnTo>
                  <a:cubicBezTo>
                    <a:pt x="33" y="7071"/>
                    <a:pt x="0" y="7871"/>
                    <a:pt x="471" y="8383"/>
                  </a:cubicBezTo>
                  <a:lnTo>
                    <a:pt x="11630" y="20540"/>
                  </a:lnTo>
                  <a:cubicBezTo>
                    <a:pt x="11880" y="20811"/>
                    <a:pt x="12220" y="20949"/>
                    <a:pt x="12562" y="20949"/>
                  </a:cubicBezTo>
                  <a:cubicBezTo>
                    <a:pt x="12867" y="20949"/>
                    <a:pt x="13173" y="20839"/>
                    <a:pt x="13415" y="20616"/>
                  </a:cubicBezTo>
                  <a:lnTo>
                    <a:pt x="20240" y="14350"/>
                  </a:lnTo>
                  <a:cubicBezTo>
                    <a:pt x="20754" y="13879"/>
                    <a:pt x="20788" y="13079"/>
                    <a:pt x="20317" y="12564"/>
                  </a:cubicBezTo>
                  <a:lnTo>
                    <a:pt x="9157" y="409"/>
                  </a:lnTo>
                  <a:cubicBezTo>
                    <a:pt x="8908" y="138"/>
                    <a:pt x="8568" y="1"/>
                    <a:pt x="82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7" name="Google Shape;2287;p33"/>
            <p:cNvSpPr/>
            <p:nvPr/>
          </p:nvSpPr>
          <p:spPr>
            <a:xfrm>
              <a:off x="1618170" y="262025"/>
              <a:ext cx="3590208" cy="2527391"/>
            </a:xfrm>
            <a:custGeom>
              <a:avLst/>
              <a:gdLst/>
              <a:ahLst/>
              <a:cxnLst/>
              <a:rect l="l" t="t" r="r" b="b"/>
              <a:pathLst>
                <a:path w="20789" h="14635" extrusionOk="0">
                  <a:moveTo>
                    <a:pt x="8227" y="1"/>
                  </a:moveTo>
                  <a:cubicBezTo>
                    <a:pt x="7922" y="1"/>
                    <a:pt x="7615" y="111"/>
                    <a:pt x="7373" y="333"/>
                  </a:cubicBezTo>
                  <a:lnTo>
                    <a:pt x="547" y="6599"/>
                  </a:lnTo>
                  <a:cubicBezTo>
                    <a:pt x="33" y="7071"/>
                    <a:pt x="0" y="7871"/>
                    <a:pt x="471" y="8383"/>
                  </a:cubicBezTo>
                  <a:lnTo>
                    <a:pt x="576" y="8496"/>
                  </a:lnTo>
                  <a:cubicBezTo>
                    <a:pt x="2044" y="7553"/>
                    <a:pt x="3983" y="6756"/>
                    <a:pt x="6344" y="6756"/>
                  </a:cubicBezTo>
                  <a:cubicBezTo>
                    <a:pt x="9949" y="6756"/>
                    <a:pt x="14537" y="8613"/>
                    <a:pt x="19930" y="14635"/>
                  </a:cubicBezTo>
                  <a:lnTo>
                    <a:pt x="20239" y="14350"/>
                  </a:lnTo>
                  <a:cubicBezTo>
                    <a:pt x="20754" y="13879"/>
                    <a:pt x="20788" y="13079"/>
                    <a:pt x="20317" y="12566"/>
                  </a:cubicBezTo>
                  <a:lnTo>
                    <a:pt x="9157" y="409"/>
                  </a:lnTo>
                  <a:cubicBezTo>
                    <a:pt x="8908" y="138"/>
                    <a:pt x="8568" y="1"/>
                    <a:pt x="822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8" name="Google Shape;2288;p33"/>
            <p:cNvSpPr/>
            <p:nvPr/>
          </p:nvSpPr>
          <p:spPr>
            <a:xfrm>
              <a:off x="2902519" y="687548"/>
              <a:ext cx="385806" cy="347980"/>
            </a:xfrm>
            <a:custGeom>
              <a:avLst/>
              <a:gdLst/>
              <a:ahLst/>
              <a:cxnLst/>
              <a:rect l="l" t="t" r="r" b="b"/>
              <a:pathLst>
                <a:path w="2234" h="2015" extrusionOk="0">
                  <a:moveTo>
                    <a:pt x="1116" y="1"/>
                  </a:moveTo>
                  <a:cubicBezTo>
                    <a:pt x="873" y="1"/>
                    <a:pt x="628" y="89"/>
                    <a:pt x="435" y="266"/>
                  </a:cubicBezTo>
                  <a:cubicBezTo>
                    <a:pt x="27" y="642"/>
                    <a:pt x="0" y="1279"/>
                    <a:pt x="374" y="1688"/>
                  </a:cubicBezTo>
                  <a:cubicBezTo>
                    <a:pt x="572" y="1904"/>
                    <a:pt x="844" y="2014"/>
                    <a:pt x="1116" y="2014"/>
                  </a:cubicBezTo>
                  <a:cubicBezTo>
                    <a:pt x="1359" y="2014"/>
                    <a:pt x="1603" y="1926"/>
                    <a:pt x="1797" y="1749"/>
                  </a:cubicBezTo>
                  <a:cubicBezTo>
                    <a:pt x="2207" y="1373"/>
                    <a:pt x="2234" y="736"/>
                    <a:pt x="1857" y="327"/>
                  </a:cubicBezTo>
                  <a:cubicBezTo>
                    <a:pt x="1659" y="110"/>
                    <a:pt x="1388" y="1"/>
                    <a:pt x="111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89" name="Google Shape;2289;p33"/>
            <p:cNvSpPr/>
            <p:nvPr/>
          </p:nvSpPr>
          <p:spPr>
            <a:xfrm>
              <a:off x="2952255" y="1474007"/>
              <a:ext cx="1477945" cy="1592075"/>
            </a:xfrm>
            <a:custGeom>
              <a:avLst/>
              <a:gdLst/>
              <a:ahLst/>
              <a:cxnLst/>
              <a:rect l="l" t="t" r="r" b="b"/>
              <a:pathLst>
                <a:path w="8558" h="9219" extrusionOk="0">
                  <a:moveTo>
                    <a:pt x="608" y="1"/>
                  </a:moveTo>
                  <a:lnTo>
                    <a:pt x="1" y="558"/>
                  </a:lnTo>
                  <a:lnTo>
                    <a:pt x="7951" y="9218"/>
                  </a:lnTo>
                  <a:lnTo>
                    <a:pt x="8557" y="8661"/>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0" name="Google Shape;2290;p33"/>
            <p:cNvSpPr/>
            <p:nvPr/>
          </p:nvSpPr>
          <p:spPr>
            <a:xfrm>
              <a:off x="3451523" y="1609228"/>
              <a:ext cx="1182287" cy="1269826"/>
            </a:xfrm>
            <a:custGeom>
              <a:avLst/>
              <a:gdLst/>
              <a:ahLst/>
              <a:cxnLst/>
              <a:rect l="l" t="t" r="r" b="b"/>
              <a:pathLst>
                <a:path w="6846" h="7353" extrusionOk="0">
                  <a:moveTo>
                    <a:pt x="607" y="0"/>
                  </a:moveTo>
                  <a:lnTo>
                    <a:pt x="1" y="558"/>
                  </a:lnTo>
                  <a:lnTo>
                    <a:pt x="6239" y="7353"/>
                  </a:lnTo>
                  <a:lnTo>
                    <a:pt x="6846" y="6796"/>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1" name="Google Shape;2291;p33"/>
            <p:cNvSpPr/>
            <p:nvPr/>
          </p:nvSpPr>
          <p:spPr>
            <a:xfrm>
              <a:off x="4442286" y="2283262"/>
              <a:ext cx="393405" cy="410669"/>
            </a:xfrm>
            <a:custGeom>
              <a:avLst/>
              <a:gdLst/>
              <a:ahLst/>
              <a:cxnLst/>
              <a:rect l="l" t="t" r="r" b="b"/>
              <a:pathLst>
                <a:path w="2278" h="2378" extrusionOk="0">
                  <a:moveTo>
                    <a:pt x="608" y="1"/>
                  </a:moveTo>
                  <a:lnTo>
                    <a:pt x="1" y="557"/>
                  </a:lnTo>
                  <a:lnTo>
                    <a:pt x="1671" y="2377"/>
                  </a:lnTo>
                  <a:lnTo>
                    <a:pt x="2277" y="1820"/>
                  </a:lnTo>
                  <a:lnTo>
                    <a:pt x="60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2" name="Google Shape;2292;p33"/>
            <p:cNvSpPr/>
            <p:nvPr/>
          </p:nvSpPr>
          <p:spPr>
            <a:xfrm>
              <a:off x="4068051" y="1876044"/>
              <a:ext cx="393405" cy="410496"/>
            </a:xfrm>
            <a:custGeom>
              <a:avLst/>
              <a:gdLst/>
              <a:ahLst/>
              <a:cxnLst/>
              <a:rect l="l" t="t" r="r" b="b"/>
              <a:pathLst>
                <a:path w="2278" h="2377" extrusionOk="0">
                  <a:moveTo>
                    <a:pt x="607" y="0"/>
                  </a:moveTo>
                  <a:lnTo>
                    <a:pt x="0" y="557"/>
                  </a:lnTo>
                  <a:lnTo>
                    <a:pt x="1671" y="2377"/>
                  </a:lnTo>
                  <a:lnTo>
                    <a:pt x="2278" y="1819"/>
                  </a:lnTo>
                  <a:lnTo>
                    <a:pt x="60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3" name="Google Shape;2293;p33"/>
            <p:cNvSpPr/>
            <p:nvPr/>
          </p:nvSpPr>
          <p:spPr>
            <a:xfrm>
              <a:off x="1141181" y="1962219"/>
              <a:ext cx="3622675" cy="2651904"/>
            </a:xfrm>
            <a:custGeom>
              <a:avLst/>
              <a:gdLst/>
              <a:ahLst/>
              <a:cxnLst/>
              <a:rect l="l" t="t" r="r" b="b"/>
              <a:pathLst>
                <a:path w="20977" h="15356" extrusionOk="0">
                  <a:moveTo>
                    <a:pt x="3531" y="1"/>
                  </a:moveTo>
                  <a:cubicBezTo>
                    <a:pt x="2960" y="1"/>
                    <a:pt x="2441" y="392"/>
                    <a:pt x="2304" y="973"/>
                  </a:cubicBezTo>
                  <a:lnTo>
                    <a:pt x="162" y="9986"/>
                  </a:lnTo>
                  <a:cubicBezTo>
                    <a:pt x="1" y="10664"/>
                    <a:pt x="420" y="11345"/>
                    <a:pt x="1099" y="11507"/>
                  </a:cubicBezTo>
                  <a:lnTo>
                    <a:pt x="17153" y="15321"/>
                  </a:lnTo>
                  <a:cubicBezTo>
                    <a:pt x="17251" y="15344"/>
                    <a:pt x="17349" y="15355"/>
                    <a:pt x="17446" y="15355"/>
                  </a:cubicBezTo>
                  <a:cubicBezTo>
                    <a:pt x="18017" y="15355"/>
                    <a:pt x="18536" y="14965"/>
                    <a:pt x="18673" y="14384"/>
                  </a:cubicBezTo>
                  <a:lnTo>
                    <a:pt x="20815" y="5371"/>
                  </a:lnTo>
                  <a:cubicBezTo>
                    <a:pt x="20976" y="4692"/>
                    <a:pt x="20558" y="4011"/>
                    <a:pt x="19878" y="3849"/>
                  </a:cubicBezTo>
                  <a:lnTo>
                    <a:pt x="3824" y="35"/>
                  </a:lnTo>
                  <a:cubicBezTo>
                    <a:pt x="3726" y="12"/>
                    <a:pt x="3628" y="1"/>
                    <a:pt x="35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4" name="Google Shape;2294;p33"/>
            <p:cNvSpPr/>
            <p:nvPr/>
          </p:nvSpPr>
          <p:spPr>
            <a:xfrm>
              <a:off x="1141181" y="1962219"/>
              <a:ext cx="3622675" cy="1993418"/>
            </a:xfrm>
            <a:custGeom>
              <a:avLst/>
              <a:gdLst/>
              <a:ahLst/>
              <a:cxnLst/>
              <a:rect l="l" t="t" r="r" b="b"/>
              <a:pathLst>
                <a:path w="20977" h="11543" extrusionOk="0">
                  <a:moveTo>
                    <a:pt x="3531" y="1"/>
                  </a:moveTo>
                  <a:cubicBezTo>
                    <a:pt x="2960" y="1"/>
                    <a:pt x="2441" y="392"/>
                    <a:pt x="2304" y="973"/>
                  </a:cubicBezTo>
                  <a:lnTo>
                    <a:pt x="162" y="9986"/>
                  </a:lnTo>
                  <a:cubicBezTo>
                    <a:pt x="1" y="10664"/>
                    <a:pt x="420" y="11345"/>
                    <a:pt x="1099" y="11507"/>
                  </a:cubicBezTo>
                  <a:lnTo>
                    <a:pt x="1249" y="11542"/>
                  </a:lnTo>
                  <a:cubicBezTo>
                    <a:pt x="2593" y="8406"/>
                    <a:pt x="5742" y="4728"/>
                    <a:pt x="13107" y="4728"/>
                  </a:cubicBezTo>
                  <a:cubicBezTo>
                    <a:pt x="15263" y="4728"/>
                    <a:pt x="17780" y="5043"/>
                    <a:pt x="20718" y="5779"/>
                  </a:cubicBezTo>
                  <a:lnTo>
                    <a:pt x="20815" y="5371"/>
                  </a:lnTo>
                  <a:cubicBezTo>
                    <a:pt x="20976" y="4692"/>
                    <a:pt x="20558" y="4011"/>
                    <a:pt x="19878" y="3849"/>
                  </a:cubicBezTo>
                  <a:lnTo>
                    <a:pt x="3824" y="35"/>
                  </a:lnTo>
                  <a:cubicBezTo>
                    <a:pt x="3726" y="12"/>
                    <a:pt x="3628" y="1"/>
                    <a:pt x="3531" y="1"/>
                  </a:cubicBez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5" name="Google Shape;2295;p33"/>
            <p:cNvSpPr/>
            <p:nvPr/>
          </p:nvSpPr>
          <p:spPr>
            <a:xfrm>
              <a:off x="1249980" y="3025337"/>
              <a:ext cx="3273999" cy="1078308"/>
            </a:xfrm>
            <a:custGeom>
              <a:avLst/>
              <a:gdLst/>
              <a:ahLst/>
              <a:cxnLst/>
              <a:rect l="l" t="t" r="r" b="b"/>
              <a:pathLst>
                <a:path w="18958" h="6244" extrusionOk="0">
                  <a:moveTo>
                    <a:pt x="442" y="1"/>
                  </a:moveTo>
                  <a:lnTo>
                    <a:pt x="1" y="1856"/>
                  </a:lnTo>
                  <a:lnTo>
                    <a:pt x="18518" y="6243"/>
                  </a:lnTo>
                  <a:lnTo>
                    <a:pt x="18957" y="4388"/>
                  </a:lnTo>
                  <a:lnTo>
                    <a:pt x="442"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6" name="Google Shape;2296;p33"/>
            <p:cNvSpPr/>
            <p:nvPr/>
          </p:nvSpPr>
          <p:spPr>
            <a:xfrm>
              <a:off x="2428120" y="2960922"/>
              <a:ext cx="2008299" cy="606678"/>
            </a:xfrm>
            <a:custGeom>
              <a:avLst/>
              <a:gdLst/>
              <a:ahLst/>
              <a:cxnLst/>
              <a:rect l="l" t="t" r="r" b="b"/>
              <a:pathLst>
                <a:path w="11629" h="3513" extrusionOk="0">
                  <a:moveTo>
                    <a:pt x="190" y="0"/>
                  </a:moveTo>
                  <a:lnTo>
                    <a:pt x="0" y="802"/>
                  </a:lnTo>
                  <a:lnTo>
                    <a:pt x="11439" y="3513"/>
                  </a:lnTo>
                  <a:lnTo>
                    <a:pt x="11629" y="2711"/>
                  </a:lnTo>
                  <a:lnTo>
                    <a:pt x="190"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7" name="Google Shape;2297;p33"/>
            <p:cNvSpPr/>
            <p:nvPr/>
          </p:nvSpPr>
          <p:spPr>
            <a:xfrm>
              <a:off x="2917025" y="2792543"/>
              <a:ext cx="1583118" cy="505996"/>
            </a:xfrm>
            <a:custGeom>
              <a:avLst/>
              <a:gdLst/>
              <a:ahLst/>
              <a:cxnLst/>
              <a:rect l="l" t="t" r="r" b="b"/>
              <a:pathLst>
                <a:path w="9167" h="2930" extrusionOk="0">
                  <a:moveTo>
                    <a:pt x="190" y="1"/>
                  </a:moveTo>
                  <a:lnTo>
                    <a:pt x="0" y="803"/>
                  </a:lnTo>
                  <a:lnTo>
                    <a:pt x="8977" y="2930"/>
                  </a:lnTo>
                  <a:lnTo>
                    <a:pt x="9167" y="2128"/>
                  </a:lnTo>
                  <a:lnTo>
                    <a:pt x="19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98" name="Google Shape;2298;p33"/>
            <p:cNvSpPr/>
            <p:nvPr/>
          </p:nvSpPr>
          <p:spPr>
            <a:xfrm>
              <a:off x="1752874" y="2207621"/>
              <a:ext cx="383043" cy="348153"/>
            </a:xfrm>
            <a:custGeom>
              <a:avLst/>
              <a:gdLst/>
              <a:ahLst/>
              <a:cxnLst/>
              <a:rect l="l" t="t" r="r" b="b"/>
              <a:pathLst>
                <a:path w="2218" h="2016" extrusionOk="0">
                  <a:moveTo>
                    <a:pt x="1109" y="1"/>
                  </a:moveTo>
                  <a:cubicBezTo>
                    <a:pt x="652" y="1"/>
                    <a:pt x="239" y="313"/>
                    <a:pt x="130" y="776"/>
                  </a:cubicBezTo>
                  <a:cubicBezTo>
                    <a:pt x="1" y="1317"/>
                    <a:pt x="335" y="1860"/>
                    <a:pt x="878" y="1988"/>
                  </a:cubicBezTo>
                  <a:cubicBezTo>
                    <a:pt x="956" y="2006"/>
                    <a:pt x="1034" y="2015"/>
                    <a:pt x="1110" y="2015"/>
                  </a:cubicBezTo>
                  <a:cubicBezTo>
                    <a:pt x="1566" y="2015"/>
                    <a:pt x="1980" y="1703"/>
                    <a:pt x="2089" y="1239"/>
                  </a:cubicBezTo>
                  <a:cubicBezTo>
                    <a:pt x="2217" y="699"/>
                    <a:pt x="1882" y="156"/>
                    <a:pt x="1342" y="28"/>
                  </a:cubicBezTo>
                  <a:cubicBezTo>
                    <a:pt x="1264" y="10"/>
                    <a:pt x="1186" y="1"/>
                    <a:pt x="1109"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299" name="Google Shape;2299;p33"/>
          <p:cNvGrpSpPr/>
          <p:nvPr/>
        </p:nvGrpSpPr>
        <p:grpSpPr>
          <a:xfrm rot="6753101" flipH="1">
            <a:off x="-1108196" y="5485470"/>
            <a:ext cx="2201992" cy="2306709"/>
            <a:chOff x="1511250" y="306000"/>
            <a:chExt cx="3756676" cy="3935328"/>
          </a:xfrm>
        </p:grpSpPr>
        <p:sp>
          <p:nvSpPr>
            <p:cNvPr id="2300" name="Google Shape;2300;p33"/>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1" name="Google Shape;2301;p33"/>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2" name="Google Shape;2302;p33"/>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3" name="Google Shape;2303;p33"/>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4" name="Google Shape;2304;p33"/>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5" name="Google Shape;2305;p33"/>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6" name="Google Shape;2306;p33"/>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7" name="Google Shape;2307;p33"/>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8" name="Google Shape;2308;p33"/>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09" name="Google Shape;2309;p33"/>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0" name="Google Shape;2310;p33"/>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1" name="Google Shape;2311;p33"/>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2" name="Google Shape;2312;p33"/>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3" name="Google Shape;2313;p33"/>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4" name="Google Shape;2314;p33"/>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5" name="Google Shape;2315;p33"/>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6" name="Google Shape;2316;p33"/>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7" name="Google Shape;2317;p33"/>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8" name="Google Shape;2318;p33"/>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19" name="Google Shape;2319;p33"/>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0" name="Google Shape;2320;p33"/>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1" name="Google Shape;2321;p33"/>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2" name="Google Shape;2322;p33"/>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3" name="Google Shape;2323;p33"/>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4" name="Google Shape;2324;p33"/>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5" name="Google Shape;2325;p33"/>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6" name="Google Shape;2326;p33"/>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7" name="Google Shape;2327;p33"/>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8" name="Google Shape;2328;p33"/>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29" name="Google Shape;2329;p33"/>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0" name="Google Shape;2330;p33"/>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1" name="Google Shape;2331;p33"/>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2" name="Google Shape;2332;p33"/>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3" name="Google Shape;2333;p33"/>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334" name="Google Shape;2334;p33"/>
          <p:cNvGrpSpPr/>
          <p:nvPr/>
        </p:nvGrpSpPr>
        <p:grpSpPr>
          <a:xfrm rot="1992157">
            <a:off x="11088444" y="5532700"/>
            <a:ext cx="2289999" cy="1948864"/>
            <a:chOff x="725975" y="529375"/>
            <a:chExt cx="4581126" cy="3898687"/>
          </a:xfrm>
        </p:grpSpPr>
        <p:sp>
          <p:nvSpPr>
            <p:cNvPr id="2335" name="Google Shape;2335;p33"/>
            <p:cNvSpPr/>
            <p:nvPr/>
          </p:nvSpPr>
          <p:spPr>
            <a:xfrm>
              <a:off x="725975" y="738407"/>
              <a:ext cx="4581126" cy="3689182"/>
            </a:xfrm>
            <a:custGeom>
              <a:avLst/>
              <a:gdLst/>
              <a:ahLst/>
              <a:cxnLst/>
              <a:rect l="l" t="t" r="r" b="b"/>
              <a:pathLst>
                <a:path w="29722" h="23367" extrusionOk="0">
                  <a:moveTo>
                    <a:pt x="23737" y="0"/>
                  </a:moveTo>
                  <a:cubicBezTo>
                    <a:pt x="23545" y="0"/>
                    <a:pt x="23350" y="24"/>
                    <a:pt x="23156" y="73"/>
                  </a:cubicBezTo>
                  <a:lnTo>
                    <a:pt x="2015" y="5472"/>
                  </a:lnTo>
                  <a:cubicBezTo>
                    <a:pt x="759" y="5793"/>
                    <a:pt x="0" y="7071"/>
                    <a:pt x="320" y="8326"/>
                  </a:cubicBezTo>
                  <a:lnTo>
                    <a:pt x="3710" y="21599"/>
                  </a:lnTo>
                  <a:cubicBezTo>
                    <a:pt x="3981" y="22660"/>
                    <a:pt x="4937" y="23367"/>
                    <a:pt x="5984" y="23367"/>
                  </a:cubicBezTo>
                  <a:cubicBezTo>
                    <a:pt x="6175" y="23367"/>
                    <a:pt x="6370" y="23343"/>
                    <a:pt x="6564" y="23294"/>
                  </a:cubicBezTo>
                  <a:lnTo>
                    <a:pt x="27706" y="17895"/>
                  </a:lnTo>
                  <a:cubicBezTo>
                    <a:pt x="28964" y="17577"/>
                    <a:pt x="29722" y="16299"/>
                    <a:pt x="29401" y="15042"/>
                  </a:cubicBezTo>
                  <a:lnTo>
                    <a:pt x="26011" y="1768"/>
                  </a:lnTo>
                  <a:cubicBezTo>
                    <a:pt x="25740" y="706"/>
                    <a:pt x="24785" y="0"/>
                    <a:pt x="237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6" name="Google Shape;2336;p33"/>
            <p:cNvSpPr/>
            <p:nvPr/>
          </p:nvSpPr>
          <p:spPr>
            <a:xfrm>
              <a:off x="1332633" y="25058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7" name="Google Shape;2337;p33"/>
            <p:cNvSpPr/>
            <p:nvPr/>
          </p:nvSpPr>
          <p:spPr>
            <a:xfrm>
              <a:off x="1216271" y="203768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8" name="Google Shape;2338;p33"/>
            <p:cNvSpPr/>
            <p:nvPr/>
          </p:nvSpPr>
          <p:spPr>
            <a:xfrm>
              <a:off x="1099508" y="156150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39" name="Google Shape;2339;p33"/>
            <p:cNvSpPr/>
            <p:nvPr/>
          </p:nvSpPr>
          <p:spPr>
            <a:xfrm>
              <a:off x="982908" y="1102157"/>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0" name="Google Shape;2340;p33"/>
            <p:cNvSpPr/>
            <p:nvPr/>
          </p:nvSpPr>
          <p:spPr>
            <a:xfrm>
              <a:off x="1449383" y="2973732"/>
              <a:ext cx="3600535" cy="1090635"/>
            </a:xfrm>
            <a:custGeom>
              <a:avLst/>
              <a:gdLst/>
              <a:ahLst/>
              <a:cxnLst/>
              <a:rect l="l" t="t" r="r" b="b"/>
              <a:pathLst>
                <a:path w="23360" h="6908" extrusionOk="0">
                  <a:moveTo>
                    <a:pt x="22747" y="1"/>
                  </a:moveTo>
                  <a:cubicBezTo>
                    <a:pt x="22706" y="1"/>
                    <a:pt x="22665" y="6"/>
                    <a:pt x="22624" y="16"/>
                  </a:cubicBezTo>
                  <a:lnTo>
                    <a:pt x="427" y="5683"/>
                  </a:lnTo>
                  <a:cubicBezTo>
                    <a:pt x="163" y="5751"/>
                    <a:pt x="1" y="6022"/>
                    <a:pt x="69" y="6289"/>
                  </a:cubicBezTo>
                  <a:lnTo>
                    <a:pt x="132" y="6534"/>
                  </a:lnTo>
                  <a:cubicBezTo>
                    <a:pt x="190" y="6758"/>
                    <a:pt x="391" y="6908"/>
                    <a:pt x="613" y="6908"/>
                  </a:cubicBezTo>
                  <a:cubicBezTo>
                    <a:pt x="654" y="6908"/>
                    <a:pt x="695" y="6903"/>
                    <a:pt x="737" y="6892"/>
                  </a:cubicBezTo>
                  <a:lnTo>
                    <a:pt x="22933" y="1225"/>
                  </a:lnTo>
                  <a:cubicBezTo>
                    <a:pt x="23200" y="1157"/>
                    <a:pt x="23360" y="885"/>
                    <a:pt x="23292" y="621"/>
                  </a:cubicBezTo>
                  <a:lnTo>
                    <a:pt x="23229" y="375"/>
                  </a:lnTo>
                  <a:cubicBezTo>
                    <a:pt x="23172" y="151"/>
                    <a:pt x="22969" y="1"/>
                    <a:pt x="227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1" name="Google Shape;2341;p33"/>
            <p:cNvSpPr/>
            <p:nvPr/>
          </p:nvSpPr>
          <p:spPr>
            <a:xfrm>
              <a:off x="1249249" y="738722"/>
              <a:ext cx="4057846" cy="3689340"/>
            </a:xfrm>
            <a:custGeom>
              <a:avLst/>
              <a:gdLst/>
              <a:ahLst/>
              <a:cxnLst/>
              <a:rect l="l" t="t" r="r" b="b"/>
              <a:pathLst>
                <a:path w="26327" h="23368" extrusionOk="0">
                  <a:moveTo>
                    <a:pt x="20344" y="1"/>
                  </a:moveTo>
                  <a:cubicBezTo>
                    <a:pt x="20281" y="1"/>
                    <a:pt x="20217" y="3"/>
                    <a:pt x="20153" y="8"/>
                  </a:cubicBezTo>
                  <a:cubicBezTo>
                    <a:pt x="20810" y="4619"/>
                    <a:pt x="21133" y="18976"/>
                    <a:pt x="0" y="20368"/>
                  </a:cubicBezTo>
                  <a:lnTo>
                    <a:pt x="315" y="21600"/>
                  </a:lnTo>
                  <a:cubicBezTo>
                    <a:pt x="586" y="22661"/>
                    <a:pt x="1541" y="23367"/>
                    <a:pt x="2588" y="23367"/>
                  </a:cubicBezTo>
                  <a:cubicBezTo>
                    <a:pt x="2780" y="23367"/>
                    <a:pt x="2975" y="23343"/>
                    <a:pt x="3169" y="23294"/>
                  </a:cubicBezTo>
                  <a:lnTo>
                    <a:pt x="24311" y="17897"/>
                  </a:lnTo>
                  <a:cubicBezTo>
                    <a:pt x="25569" y="17575"/>
                    <a:pt x="26327" y="16297"/>
                    <a:pt x="26006" y="15040"/>
                  </a:cubicBezTo>
                  <a:lnTo>
                    <a:pt x="22616" y="1766"/>
                  </a:lnTo>
                  <a:cubicBezTo>
                    <a:pt x="22345" y="705"/>
                    <a:pt x="21391" y="1"/>
                    <a:pt x="20344" y="1"/>
                  </a:cubicBezTo>
                  <a:close/>
                </a:path>
              </a:pathLst>
            </a:custGeom>
            <a:solidFill>
              <a:srgbClr val="692300">
                <a:alpha val="589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2" name="Google Shape;2342;p33"/>
            <p:cNvSpPr/>
            <p:nvPr/>
          </p:nvSpPr>
          <p:spPr>
            <a:xfrm>
              <a:off x="2004797" y="666256"/>
              <a:ext cx="1153528" cy="334548"/>
            </a:xfrm>
            <a:custGeom>
              <a:avLst/>
              <a:gdLst/>
              <a:ahLst/>
              <a:cxnLst/>
              <a:rect l="l" t="t" r="r" b="b"/>
              <a:pathLst>
                <a:path w="7484" h="2119" extrusionOk="0">
                  <a:moveTo>
                    <a:pt x="7427" y="0"/>
                  </a:moveTo>
                  <a:lnTo>
                    <a:pt x="1" y="1897"/>
                  </a:lnTo>
                  <a:lnTo>
                    <a:pt x="57" y="2119"/>
                  </a:lnTo>
                  <a:lnTo>
                    <a:pt x="7484" y="221"/>
                  </a:lnTo>
                  <a:lnTo>
                    <a:pt x="74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3" name="Google Shape;2343;p33"/>
            <p:cNvSpPr/>
            <p:nvPr/>
          </p:nvSpPr>
          <p:spPr>
            <a:xfrm>
              <a:off x="1850975" y="529375"/>
              <a:ext cx="1513581" cy="829817"/>
            </a:xfrm>
            <a:custGeom>
              <a:avLst/>
              <a:gdLst/>
              <a:ahLst/>
              <a:cxnLst/>
              <a:rect l="l" t="t" r="r" b="b"/>
              <a:pathLst>
                <a:path w="9820" h="5256" extrusionOk="0">
                  <a:moveTo>
                    <a:pt x="9069" y="0"/>
                  </a:moveTo>
                  <a:lnTo>
                    <a:pt x="8248" y="212"/>
                  </a:lnTo>
                  <a:lnTo>
                    <a:pt x="822" y="2106"/>
                  </a:lnTo>
                  <a:lnTo>
                    <a:pt x="1" y="2317"/>
                  </a:lnTo>
                  <a:lnTo>
                    <a:pt x="170" y="2981"/>
                  </a:lnTo>
                  <a:lnTo>
                    <a:pt x="226" y="3202"/>
                  </a:lnTo>
                  <a:lnTo>
                    <a:pt x="694" y="5034"/>
                  </a:lnTo>
                  <a:lnTo>
                    <a:pt x="751" y="5256"/>
                  </a:lnTo>
                  <a:lnTo>
                    <a:pt x="1572" y="5045"/>
                  </a:lnTo>
                  <a:lnTo>
                    <a:pt x="1516" y="4824"/>
                  </a:lnTo>
                  <a:lnTo>
                    <a:pt x="1049" y="2991"/>
                  </a:lnTo>
                  <a:lnTo>
                    <a:pt x="991" y="2771"/>
                  </a:lnTo>
                  <a:lnTo>
                    <a:pt x="8418" y="875"/>
                  </a:lnTo>
                  <a:lnTo>
                    <a:pt x="8473" y="1097"/>
                  </a:lnTo>
                  <a:lnTo>
                    <a:pt x="8942" y="2928"/>
                  </a:lnTo>
                  <a:lnTo>
                    <a:pt x="8999" y="3150"/>
                  </a:lnTo>
                  <a:lnTo>
                    <a:pt x="9820" y="2939"/>
                  </a:lnTo>
                  <a:lnTo>
                    <a:pt x="9763" y="2718"/>
                  </a:lnTo>
                  <a:lnTo>
                    <a:pt x="9296" y="885"/>
                  </a:lnTo>
                  <a:lnTo>
                    <a:pt x="9240" y="665"/>
                  </a:lnTo>
                  <a:lnTo>
                    <a:pt x="906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4" name="Google Shape;2344;p33"/>
            <p:cNvSpPr/>
            <p:nvPr/>
          </p:nvSpPr>
          <p:spPr>
            <a:xfrm>
              <a:off x="1947306" y="1248986"/>
              <a:ext cx="135482" cy="68204"/>
            </a:xfrm>
            <a:custGeom>
              <a:avLst/>
              <a:gdLst/>
              <a:ahLst/>
              <a:cxnLst/>
              <a:rect l="l" t="t" r="r" b="b"/>
              <a:pathLst>
                <a:path w="879" h="432" extrusionOk="0">
                  <a:moveTo>
                    <a:pt x="822" y="1"/>
                  </a:moveTo>
                  <a:lnTo>
                    <a:pt x="1" y="211"/>
                  </a:lnTo>
                  <a:lnTo>
                    <a:pt x="57" y="431"/>
                  </a:lnTo>
                  <a:lnTo>
                    <a:pt x="878" y="222"/>
                  </a:lnTo>
                  <a:lnTo>
                    <a:pt x="8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5" name="Google Shape;2345;p33"/>
            <p:cNvSpPr/>
            <p:nvPr/>
          </p:nvSpPr>
          <p:spPr>
            <a:xfrm>
              <a:off x="3218884" y="917914"/>
              <a:ext cx="135328" cy="68204"/>
            </a:xfrm>
            <a:custGeom>
              <a:avLst/>
              <a:gdLst/>
              <a:ahLst/>
              <a:cxnLst/>
              <a:rect l="l" t="t" r="r" b="b"/>
              <a:pathLst>
                <a:path w="878" h="432" extrusionOk="0">
                  <a:moveTo>
                    <a:pt x="821" y="0"/>
                  </a:moveTo>
                  <a:lnTo>
                    <a:pt x="0" y="210"/>
                  </a:lnTo>
                  <a:lnTo>
                    <a:pt x="57" y="431"/>
                  </a:lnTo>
                  <a:lnTo>
                    <a:pt x="878" y="221"/>
                  </a:lnTo>
                  <a:lnTo>
                    <a:pt x="8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6" name="Google Shape;2346;p33"/>
            <p:cNvSpPr/>
            <p:nvPr/>
          </p:nvSpPr>
          <p:spPr>
            <a:xfrm>
              <a:off x="3834328" y="798716"/>
              <a:ext cx="974117" cy="2885099"/>
            </a:xfrm>
            <a:custGeom>
              <a:avLst/>
              <a:gdLst/>
              <a:ahLst/>
              <a:cxnLst/>
              <a:rect l="l" t="t" r="r" b="b"/>
              <a:pathLst>
                <a:path w="6320" h="18274" extrusionOk="0">
                  <a:moveTo>
                    <a:pt x="1769" y="0"/>
                  </a:moveTo>
                  <a:lnTo>
                    <a:pt x="0" y="453"/>
                  </a:lnTo>
                  <a:lnTo>
                    <a:pt x="4551" y="18274"/>
                  </a:lnTo>
                  <a:lnTo>
                    <a:pt x="6320" y="17823"/>
                  </a:lnTo>
                  <a:lnTo>
                    <a:pt x="17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7" name="Google Shape;2347;p33"/>
            <p:cNvSpPr/>
            <p:nvPr/>
          </p:nvSpPr>
          <p:spPr>
            <a:xfrm>
              <a:off x="4280999" y="2213781"/>
              <a:ext cx="87547" cy="81150"/>
            </a:xfrm>
            <a:custGeom>
              <a:avLst/>
              <a:gdLst/>
              <a:ahLst/>
              <a:cxnLst/>
              <a:rect l="l" t="t" r="r" b="b"/>
              <a:pathLst>
                <a:path w="568" h="514" extrusionOk="0">
                  <a:moveTo>
                    <a:pt x="285" y="0"/>
                  </a:moveTo>
                  <a:cubicBezTo>
                    <a:pt x="264" y="0"/>
                    <a:pt x="242" y="3"/>
                    <a:pt x="221" y="9"/>
                  </a:cubicBezTo>
                  <a:cubicBezTo>
                    <a:pt x="83" y="43"/>
                    <a:pt x="0" y="184"/>
                    <a:pt x="35" y="320"/>
                  </a:cubicBezTo>
                  <a:cubicBezTo>
                    <a:pt x="64" y="436"/>
                    <a:pt x="169" y="514"/>
                    <a:pt x="283" y="514"/>
                  </a:cubicBezTo>
                  <a:cubicBezTo>
                    <a:pt x="304" y="514"/>
                    <a:pt x="325" y="511"/>
                    <a:pt x="347" y="506"/>
                  </a:cubicBezTo>
                  <a:cubicBezTo>
                    <a:pt x="484" y="471"/>
                    <a:pt x="567" y="331"/>
                    <a:pt x="532" y="194"/>
                  </a:cubicBezTo>
                  <a:cubicBezTo>
                    <a:pt x="502" y="78"/>
                    <a:pt x="398" y="0"/>
                    <a:pt x="2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8" name="Google Shape;2348;p33"/>
            <p:cNvSpPr/>
            <p:nvPr/>
          </p:nvSpPr>
          <p:spPr>
            <a:xfrm>
              <a:off x="4035931" y="1908286"/>
              <a:ext cx="571677" cy="667201"/>
            </a:xfrm>
            <a:custGeom>
              <a:avLst/>
              <a:gdLst/>
              <a:ahLst/>
              <a:cxnLst/>
              <a:rect l="l" t="t" r="r" b="b"/>
              <a:pathLst>
                <a:path w="3709" h="4226" extrusionOk="0">
                  <a:moveTo>
                    <a:pt x="2568" y="546"/>
                  </a:moveTo>
                  <a:lnTo>
                    <a:pt x="3232" y="3150"/>
                  </a:lnTo>
                  <a:lnTo>
                    <a:pt x="3166" y="3165"/>
                  </a:lnTo>
                  <a:lnTo>
                    <a:pt x="1142" y="3682"/>
                  </a:lnTo>
                  <a:lnTo>
                    <a:pt x="478" y="1077"/>
                  </a:lnTo>
                  <a:lnTo>
                    <a:pt x="1354" y="853"/>
                  </a:lnTo>
                  <a:lnTo>
                    <a:pt x="1420" y="837"/>
                  </a:lnTo>
                  <a:lnTo>
                    <a:pt x="1763" y="2179"/>
                  </a:lnTo>
                  <a:cubicBezTo>
                    <a:pt x="1774" y="2223"/>
                    <a:pt x="1813" y="2247"/>
                    <a:pt x="1856" y="2252"/>
                  </a:cubicBezTo>
                  <a:cubicBezTo>
                    <a:pt x="1866" y="2253"/>
                    <a:pt x="1875" y="2258"/>
                    <a:pt x="1886" y="2258"/>
                  </a:cubicBezTo>
                  <a:cubicBezTo>
                    <a:pt x="1888" y="2258"/>
                    <a:pt x="1890" y="2258"/>
                    <a:pt x="1892" y="2257"/>
                  </a:cubicBezTo>
                  <a:cubicBezTo>
                    <a:pt x="1949" y="2242"/>
                    <a:pt x="1982" y="2185"/>
                    <a:pt x="1968" y="2127"/>
                  </a:cubicBezTo>
                  <a:lnTo>
                    <a:pt x="1625" y="786"/>
                  </a:lnTo>
                  <a:lnTo>
                    <a:pt x="2502" y="562"/>
                  </a:lnTo>
                  <a:lnTo>
                    <a:pt x="2568" y="546"/>
                  </a:lnTo>
                  <a:close/>
                  <a:moveTo>
                    <a:pt x="2813" y="0"/>
                  </a:moveTo>
                  <a:lnTo>
                    <a:pt x="2747" y="17"/>
                  </a:lnTo>
                  <a:lnTo>
                    <a:pt x="0" y="719"/>
                  </a:lnTo>
                  <a:lnTo>
                    <a:pt x="896" y="4225"/>
                  </a:lnTo>
                  <a:lnTo>
                    <a:pt x="3643" y="3524"/>
                  </a:lnTo>
                  <a:lnTo>
                    <a:pt x="3709" y="3508"/>
                  </a:lnTo>
                  <a:lnTo>
                    <a:pt x="28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49" name="Google Shape;2349;p33"/>
            <p:cNvSpPr/>
            <p:nvPr/>
          </p:nvSpPr>
          <p:spPr>
            <a:xfrm>
              <a:off x="4253718" y="2482491"/>
              <a:ext cx="279750" cy="97728"/>
            </a:xfrm>
            <a:custGeom>
              <a:avLst/>
              <a:gdLst/>
              <a:ahLst/>
              <a:cxnLst/>
              <a:rect l="l" t="t" r="r" b="b"/>
              <a:pathLst>
                <a:path w="1815" h="619" extrusionOk="0">
                  <a:moveTo>
                    <a:pt x="1772" y="1"/>
                  </a:moveTo>
                  <a:lnTo>
                    <a:pt x="0" y="453"/>
                  </a:lnTo>
                  <a:lnTo>
                    <a:pt x="43" y="618"/>
                  </a:lnTo>
                  <a:lnTo>
                    <a:pt x="1815" y="166"/>
                  </a:lnTo>
                  <a:lnTo>
                    <a:pt x="1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0" name="Google Shape;2350;p33"/>
            <p:cNvSpPr/>
            <p:nvPr/>
          </p:nvSpPr>
          <p:spPr>
            <a:xfrm>
              <a:off x="1223509" y="1481699"/>
              <a:ext cx="974272" cy="2885257"/>
            </a:xfrm>
            <a:custGeom>
              <a:avLst/>
              <a:gdLst/>
              <a:ahLst/>
              <a:cxnLst/>
              <a:rect l="l" t="t" r="r" b="b"/>
              <a:pathLst>
                <a:path w="6321" h="18275" extrusionOk="0">
                  <a:moveTo>
                    <a:pt x="1770" y="0"/>
                  </a:moveTo>
                  <a:lnTo>
                    <a:pt x="1" y="452"/>
                  </a:lnTo>
                  <a:lnTo>
                    <a:pt x="4552" y="18274"/>
                  </a:lnTo>
                  <a:lnTo>
                    <a:pt x="6321" y="17822"/>
                  </a:lnTo>
                  <a:lnTo>
                    <a:pt x="17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1" name="Google Shape;2351;p33"/>
            <p:cNvSpPr/>
            <p:nvPr/>
          </p:nvSpPr>
          <p:spPr>
            <a:xfrm>
              <a:off x="1670179" y="2896448"/>
              <a:ext cx="87547" cy="81308"/>
            </a:xfrm>
            <a:custGeom>
              <a:avLst/>
              <a:gdLst/>
              <a:ahLst/>
              <a:cxnLst/>
              <a:rect l="l" t="t" r="r" b="b"/>
              <a:pathLst>
                <a:path w="568" h="515" extrusionOk="0">
                  <a:moveTo>
                    <a:pt x="286" y="1"/>
                  </a:moveTo>
                  <a:cubicBezTo>
                    <a:pt x="264" y="1"/>
                    <a:pt x="242" y="4"/>
                    <a:pt x="221" y="9"/>
                  </a:cubicBezTo>
                  <a:cubicBezTo>
                    <a:pt x="84" y="45"/>
                    <a:pt x="1" y="184"/>
                    <a:pt x="36" y="322"/>
                  </a:cubicBezTo>
                  <a:cubicBezTo>
                    <a:pt x="65" y="437"/>
                    <a:pt x="169" y="514"/>
                    <a:pt x="284" y="514"/>
                  </a:cubicBezTo>
                  <a:cubicBezTo>
                    <a:pt x="305" y="514"/>
                    <a:pt x="326" y="512"/>
                    <a:pt x="348" y="506"/>
                  </a:cubicBezTo>
                  <a:cubicBezTo>
                    <a:pt x="485" y="472"/>
                    <a:pt x="567" y="332"/>
                    <a:pt x="533" y="195"/>
                  </a:cubicBezTo>
                  <a:cubicBezTo>
                    <a:pt x="503" y="78"/>
                    <a:pt x="400" y="1"/>
                    <a:pt x="28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2" name="Google Shape;2352;p33"/>
            <p:cNvSpPr/>
            <p:nvPr/>
          </p:nvSpPr>
          <p:spPr>
            <a:xfrm>
              <a:off x="1425266" y="2591111"/>
              <a:ext cx="571523" cy="667043"/>
            </a:xfrm>
            <a:custGeom>
              <a:avLst/>
              <a:gdLst/>
              <a:ahLst/>
              <a:cxnLst/>
              <a:rect l="l" t="t" r="r" b="b"/>
              <a:pathLst>
                <a:path w="3708" h="4225" extrusionOk="0">
                  <a:moveTo>
                    <a:pt x="2566" y="546"/>
                  </a:moveTo>
                  <a:lnTo>
                    <a:pt x="3231" y="3149"/>
                  </a:lnTo>
                  <a:lnTo>
                    <a:pt x="3166" y="3164"/>
                  </a:lnTo>
                  <a:lnTo>
                    <a:pt x="1142" y="3681"/>
                  </a:lnTo>
                  <a:lnTo>
                    <a:pt x="477" y="1078"/>
                  </a:lnTo>
                  <a:lnTo>
                    <a:pt x="1354" y="854"/>
                  </a:lnTo>
                  <a:lnTo>
                    <a:pt x="1419" y="838"/>
                  </a:lnTo>
                  <a:lnTo>
                    <a:pt x="1762" y="2179"/>
                  </a:lnTo>
                  <a:cubicBezTo>
                    <a:pt x="1772" y="2224"/>
                    <a:pt x="1813" y="2246"/>
                    <a:pt x="1855" y="2252"/>
                  </a:cubicBezTo>
                  <a:cubicBezTo>
                    <a:pt x="1866" y="2252"/>
                    <a:pt x="1875" y="2257"/>
                    <a:pt x="1886" y="2257"/>
                  </a:cubicBezTo>
                  <a:cubicBezTo>
                    <a:pt x="1888" y="2257"/>
                    <a:pt x="1890" y="2257"/>
                    <a:pt x="1892" y="2257"/>
                  </a:cubicBezTo>
                  <a:cubicBezTo>
                    <a:pt x="1948" y="2242"/>
                    <a:pt x="1982" y="2184"/>
                    <a:pt x="1967" y="2128"/>
                  </a:cubicBezTo>
                  <a:lnTo>
                    <a:pt x="1625" y="785"/>
                  </a:lnTo>
                  <a:lnTo>
                    <a:pt x="2501" y="562"/>
                  </a:lnTo>
                  <a:lnTo>
                    <a:pt x="2566" y="546"/>
                  </a:lnTo>
                  <a:close/>
                  <a:moveTo>
                    <a:pt x="2812" y="1"/>
                  </a:moveTo>
                  <a:lnTo>
                    <a:pt x="2747" y="17"/>
                  </a:lnTo>
                  <a:lnTo>
                    <a:pt x="0" y="717"/>
                  </a:lnTo>
                  <a:lnTo>
                    <a:pt x="896" y="4224"/>
                  </a:lnTo>
                  <a:lnTo>
                    <a:pt x="3642" y="3522"/>
                  </a:lnTo>
                  <a:lnTo>
                    <a:pt x="3708" y="3506"/>
                  </a:lnTo>
                  <a:lnTo>
                    <a:pt x="28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3" name="Google Shape;2353;p33"/>
            <p:cNvSpPr/>
            <p:nvPr/>
          </p:nvSpPr>
          <p:spPr>
            <a:xfrm>
              <a:off x="1643207" y="3165315"/>
              <a:ext cx="279596" cy="97570"/>
            </a:xfrm>
            <a:custGeom>
              <a:avLst/>
              <a:gdLst/>
              <a:ahLst/>
              <a:cxnLst/>
              <a:rect l="l" t="t" r="r" b="b"/>
              <a:pathLst>
                <a:path w="1814" h="618" extrusionOk="0">
                  <a:moveTo>
                    <a:pt x="1771" y="1"/>
                  </a:moveTo>
                  <a:lnTo>
                    <a:pt x="0" y="453"/>
                  </a:lnTo>
                  <a:lnTo>
                    <a:pt x="42" y="618"/>
                  </a:lnTo>
                  <a:lnTo>
                    <a:pt x="1814" y="166"/>
                  </a:lnTo>
                  <a:lnTo>
                    <a:pt x="17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4" name="Google Shape;2354;p33"/>
            <p:cNvSpPr/>
            <p:nvPr/>
          </p:nvSpPr>
          <p:spPr>
            <a:xfrm>
              <a:off x="1908311" y="1270615"/>
              <a:ext cx="241680" cy="102780"/>
            </a:xfrm>
            <a:custGeom>
              <a:avLst/>
              <a:gdLst/>
              <a:ahLst/>
              <a:cxnLst/>
              <a:rect l="l" t="t" r="r" b="b"/>
              <a:pathLst>
                <a:path w="1568" h="651" extrusionOk="0">
                  <a:moveTo>
                    <a:pt x="1500" y="0"/>
                  </a:moveTo>
                  <a:lnTo>
                    <a:pt x="1537" y="146"/>
                  </a:lnTo>
                  <a:lnTo>
                    <a:pt x="1" y="540"/>
                  </a:lnTo>
                  <a:lnTo>
                    <a:pt x="29" y="651"/>
                  </a:lnTo>
                  <a:lnTo>
                    <a:pt x="1567" y="258"/>
                  </a:lnTo>
                  <a:lnTo>
                    <a:pt x="15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5" name="Google Shape;2355;p33"/>
            <p:cNvSpPr/>
            <p:nvPr/>
          </p:nvSpPr>
          <p:spPr>
            <a:xfrm>
              <a:off x="1902146" y="1270141"/>
              <a:ext cx="242913" cy="85413"/>
            </a:xfrm>
            <a:custGeom>
              <a:avLst/>
              <a:gdLst/>
              <a:ahLst/>
              <a:cxnLst/>
              <a:rect l="l" t="t" r="r" b="b"/>
              <a:pathLst>
                <a:path w="1576" h="541" extrusionOk="0">
                  <a:moveTo>
                    <a:pt x="1538" y="1"/>
                  </a:moveTo>
                  <a:lnTo>
                    <a:pt x="0" y="393"/>
                  </a:lnTo>
                  <a:lnTo>
                    <a:pt x="38" y="541"/>
                  </a:lnTo>
                  <a:lnTo>
                    <a:pt x="1575" y="148"/>
                  </a:lnTo>
                  <a:lnTo>
                    <a:pt x="153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6" name="Google Shape;2356;p33"/>
            <p:cNvSpPr/>
            <p:nvPr/>
          </p:nvSpPr>
          <p:spPr>
            <a:xfrm>
              <a:off x="3178502" y="938281"/>
              <a:ext cx="241526" cy="102938"/>
            </a:xfrm>
            <a:custGeom>
              <a:avLst/>
              <a:gdLst/>
              <a:ahLst/>
              <a:cxnLst/>
              <a:rect l="l" t="t" r="r" b="b"/>
              <a:pathLst>
                <a:path w="1567" h="652" extrusionOk="0">
                  <a:moveTo>
                    <a:pt x="1501" y="0"/>
                  </a:moveTo>
                  <a:lnTo>
                    <a:pt x="1538" y="149"/>
                  </a:lnTo>
                  <a:lnTo>
                    <a:pt x="1538" y="149"/>
                  </a:lnTo>
                  <a:lnTo>
                    <a:pt x="1538" y="149"/>
                  </a:lnTo>
                  <a:lnTo>
                    <a:pt x="1501" y="0"/>
                  </a:lnTo>
                  <a:close/>
                  <a:moveTo>
                    <a:pt x="1538" y="149"/>
                  </a:moveTo>
                  <a:lnTo>
                    <a:pt x="1" y="540"/>
                  </a:lnTo>
                  <a:lnTo>
                    <a:pt x="30" y="652"/>
                  </a:lnTo>
                  <a:lnTo>
                    <a:pt x="1566" y="261"/>
                  </a:lnTo>
                  <a:lnTo>
                    <a:pt x="1538" y="1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57" name="Google Shape;2357;p33"/>
            <p:cNvSpPr/>
            <p:nvPr/>
          </p:nvSpPr>
          <p:spPr>
            <a:xfrm>
              <a:off x="3172645" y="937807"/>
              <a:ext cx="243067" cy="85413"/>
            </a:xfrm>
            <a:custGeom>
              <a:avLst/>
              <a:gdLst/>
              <a:ahLst/>
              <a:cxnLst/>
              <a:rect l="l" t="t" r="r" b="b"/>
              <a:pathLst>
                <a:path w="1577" h="541" extrusionOk="0">
                  <a:moveTo>
                    <a:pt x="1538" y="0"/>
                  </a:moveTo>
                  <a:lnTo>
                    <a:pt x="0" y="394"/>
                  </a:lnTo>
                  <a:lnTo>
                    <a:pt x="38" y="541"/>
                  </a:lnTo>
                  <a:lnTo>
                    <a:pt x="1576" y="147"/>
                  </a:lnTo>
                  <a:lnTo>
                    <a:pt x="153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358" name="Google Shape;2358;p33"/>
          <p:cNvSpPr/>
          <p:nvPr/>
        </p:nvSpPr>
        <p:spPr>
          <a:xfrm>
            <a:off x="11699051" y="1510218"/>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59" name="Google Shape;2359;p33"/>
          <p:cNvSpPr/>
          <p:nvPr/>
        </p:nvSpPr>
        <p:spPr>
          <a:xfrm>
            <a:off x="1954566" y="6470251"/>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60" name="Google Shape;2360;p33"/>
          <p:cNvSpPr/>
          <p:nvPr/>
        </p:nvSpPr>
        <p:spPr>
          <a:xfrm>
            <a:off x="219632" y="3383418"/>
            <a:ext cx="211061" cy="203351"/>
          </a:xfrm>
          <a:custGeom>
            <a:avLst/>
            <a:gdLst/>
            <a:ahLst/>
            <a:cxnLst/>
            <a:rect l="l" t="t" r="r" b="b"/>
            <a:pathLst>
              <a:path w="6175" h="5950" extrusionOk="0">
                <a:moveTo>
                  <a:pt x="1262" y="0"/>
                </a:moveTo>
                <a:cubicBezTo>
                  <a:pt x="968" y="0"/>
                  <a:pt x="673" y="112"/>
                  <a:pt x="449" y="337"/>
                </a:cubicBezTo>
                <a:cubicBezTo>
                  <a:pt x="0" y="785"/>
                  <a:pt x="0" y="1514"/>
                  <a:pt x="449" y="1963"/>
                </a:cubicBezTo>
                <a:lnTo>
                  <a:pt x="1464" y="2978"/>
                </a:lnTo>
                <a:lnTo>
                  <a:pt x="449" y="3993"/>
                </a:lnTo>
                <a:cubicBezTo>
                  <a:pt x="0" y="4441"/>
                  <a:pt x="0" y="5165"/>
                  <a:pt x="449" y="5613"/>
                </a:cubicBezTo>
                <a:cubicBezTo>
                  <a:pt x="673" y="5838"/>
                  <a:pt x="968" y="5950"/>
                  <a:pt x="1262" y="5950"/>
                </a:cubicBezTo>
                <a:cubicBezTo>
                  <a:pt x="1556" y="5950"/>
                  <a:pt x="1851" y="5838"/>
                  <a:pt x="2075" y="5613"/>
                </a:cubicBezTo>
                <a:lnTo>
                  <a:pt x="3090" y="4598"/>
                </a:lnTo>
                <a:lnTo>
                  <a:pt x="4105" y="5613"/>
                </a:lnTo>
                <a:cubicBezTo>
                  <a:pt x="4329" y="5838"/>
                  <a:pt x="4622" y="5950"/>
                  <a:pt x="4915" y="5950"/>
                </a:cubicBezTo>
                <a:cubicBezTo>
                  <a:pt x="5208" y="5950"/>
                  <a:pt x="5501" y="5838"/>
                  <a:pt x="5726" y="5613"/>
                </a:cubicBezTo>
                <a:cubicBezTo>
                  <a:pt x="6174" y="5165"/>
                  <a:pt x="6174" y="4441"/>
                  <a:pt x="5726" y="3993"/>
                </a:cubicBezTo>
                <a:lnTo>
                  <a:pt x="4711" y="2978"/>
                </a:lnTo>
                <a:lnTo>
                  <a:pt x="5726" y="1963"/>
                </a:lnTo>
                <a:cubicBezTo>
                  <a:pt x="6174" y="1514"/>
                  <a:pt x="6174" y="785"/>
                  <a:pt x="5726" y="337"/>
                </a:cubicBezTo>
                <a:cubicBezTo>
                  <a:pt x="5501" y="112"/>
                  <a:pt x="5208" y="0"/>
                  <a:pt x="4915" y="0"/>
                </a:cubicBezTo>
                <a:cubicBezTo>
                  <a:pt x="4622" y="0"/>
                  <a:pt x="4329" y="112"/>
                  <a:pt x="4105" y="337"/>
                </a:cubicBezTo>
                <a:lnTo>
                  <a:pt x="3090" y="1352"/>
                </a:lnTo>
                <a:lnTo>
                  <a:pt x="2075" y="337"/>
                </a:lnTo>
                <a:cubicBezTo>
                  <a:pt x="1851" y="112"/>
                  <a:pt x="1556" y="0"/>
                  <a:pt x="1262" y="0"/>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61" name="Google Shape;2361;p33"/>
          <p:cNvSpPr/>
          <p:nvPr/>
        </p:nvSpPr>
        <p:spPr>
          <a:xfrm>
            <a:off x="10322867" y="6326684"/>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62" name="Google Shape;2362;p33"/>
          <p:cNvSpPr/>
          <p:nvPr/>
        </p:nvSpPr>
        <p:spPr>
          <a:xfrm>
            <a:off x="1783985" y="283118"/>
            <a:ext cx="249084" cy="248901"/>
          </a:xfrm>
          <a:custGeom>
            <a:avLst/>
            <a:gdLst/>
            <a:ahLst/>
            <a:cxnLst/>
            <a:rect l="l" t="t" r="r" b="b"/>
            <a:pathLst>
              <a:path w="6113" h="6108" extrusionOk="0">
                <a:moveTo>
                  <a:pt x="3057" y="977"/>
                </a:moveTo>
                <a:cubicBezTo>
                  <a:pt x="4206" y="977"/>
                  <a:pt x="5131" y="1907"/>
                  <a:pt x="5131" y="3051"/>
                </a:cubicBezTo>
                <a:cubicBezTo>
                  <a:pt x="5131" y="4201"/>
                  <a:pt x="4206" y="5132"/>
                  <a:pt x="3057" y="5132"/>
                </a:cubicBezTo>
                <a:cubicBezTo>
                  <a:pt x="1913" y="5132"/>
                  <a:pt x="982" y="4201"/>
                  <a:pt x="982" y="3051"/>
                </a:cubicBezTo>
                <a:cubicBezTo>
                  <a:pt x="982" y="1907"/>
                  <a:pt x="1907" y="977"/>
                  <a:pt x="3057" y="977"/>
                </a:cubicBezTo>
                <a:close/>
                <a:moveTo>
                  <a:pt x="3057" y="1"/>
                </a:moveTo>
                <a:cubicBezTo>
                  <a:pt x="1369" y="1"/>
                  <a:pt x="0" y="1369"/>
                  <a:pt x="0" y="3051"/>
                </a:cubicBezTo>
                <a:cubicBezTo>
                  <a:pt x="0" y="4739"/>
                  <a:pt x="1369" y="6108"/>
                  <a:pt x="3057" y="6108"/>
                </a:cubicBezTo>
                <a:cubicBezTo>
                  <a:pt x="4744" y="6108"/>
                  <a:pt x="6113" y="4739"/>
                  <a:pt x="6113" y="3051"/>
                </a:cubicBezTo>
                <a:cubicBezTo>
                  <a:pt x="6113" y="1369"/>
                  <a:pt x="4744" y="1"/>
                  <a:pt x="305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63" name="Google Shape;2363;p33"/>
          <p:cNvSpPr/>
          <p:nvPr/>
        </p:nvSpPr>
        <p:spPr>
          <a:xfrm rot="10800000" flipH="1">
            <a:off x="6477968" y="6152167"/>
            <a:ext cx="2557321" cy="1137200"/>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64" name="Google Shape;2364;p33"/>
          <p:cNvSpPr/>
          <p:nvPr/>
        </p:nvSpPr>
        <p:spPr>
          <a:xfrm rot="302">
            <a:off x="5978306" y="-494157"/>
            <a:ext cx="2600225" cy="1417756"/>
          </a:xfrm>
          <a:custGeom>
            <a:avLst/>
            <a:gdLst/>
            <a:ahLst/>
            <a:cxnLst/>
            <a:rect l="l" t="t" r="r" b="b"/>
            <a:pathLst>
              <a:path w="22813" h="12439" fill="none" extrusionOk="0">
                <a:moveTo>
                  <a:pt x="22812" y="0"/>
                </a:moveTo>
                <a:cubicBezTo>
                  <a:pt x="22812" y="0"/>
                  <a:pt x="20999" y="9660"/>
                  <a:pt x="12792" y="11049"/>
                </a:cubicBezTo>
                <a:cubicBezTo>
                  <a:pt x="4584" y="12439"/>
                  <a:pt x="0" y="710"/>
                  <a:pt x="0" y="71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986165109"/>
      </p:ext>
    </p:extLst>
  </p:cSld>
  <p:clrMapOvr>
    <a:masterClrMapping/>
  </p:clrMapOvr>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91A5E9D-3B10-4289-A0EC-A3424654F48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D1D9644-DDC3-48E2-B19B-E9AC3B4C073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1EC44495-5EEB-44B9-9E5E-EE49F3518ED3}"/>
              </a:ext>
            </a:extLst>
          </p:cNvPr>
          <p:cNvSpPr>
            <a:spLocks noGrp="1"/>
          </p:cNvSpPr>
          <p:nvPr>
            <p:ph type="dt" sz="half" idx="10"/>
          </p:nvPr>
        </p:nvSpPr>
        <p:spPr/>
        <p:txBody>
          <a:bodyPr/>
          <a:lstStyle/>
          <a:p>
            <a:fld id="{742FD392-AE66-43E1-BA84-23D8D2092F68}" type="datetime1">
              <a:rPr lang="en-US" smtClean="0"/>
              <a:pPr/>
              <a:t>1/30/2026</a:t>
            </a:fld>
            <a:endParaRPr lang="en-US"/>
          </a:p>
        </p:txBody>
      </p:sp>
      <p:sp>
        <p:nvSpPr>
          <p:cNvPr id="5" name="Footer Placeholder 4">
            <a:extLst>
              <a:ext uri="{FF2B5EF4-FFF2-40B4-BE49-F238E27FC236}">
                <a16:creationId xmlns:a16="http://schemas.microsoft.com/office/drawing/2014/main" xmlns="" id="{42432D44-89F5-4150-95FE-3AF3A41BB271}"/>
              </a:ext>
            </a:extLst>
          </p:cNvPr>
          <p:cNvSpPr>
            <a:spLocks noGrp="1"/>
          </p:cNvSpPr>
          <p:nvPr>
            <p:ph type="ftr" sz="quarter" idx="11"/>
          </p:nvPr>
        </p:nvSpPr>
        <p:spPr/>
        <p:txBody>
          <a:bodyPr/>
          <a:lstStyle/>
          <a:p>
            <a:r>
              <a:rPr lang="en-US"/>
              <a:t>BATCH 3</a:t>
            </a:r>
          </a:p>
        </p:txBody>
      </p:sp>
      <p:sp>
        <p:nvSpPr>
          <p:cNvPr id="6" name="Slide Number Placeholder 5">
            <a:extLst>
              <a:ext uri="{FF2B5EF4-FFF2-40B4-BE49-F238E27FC236}">
                <a16:creationId xmlns:a16="http://schemas.microsoft.com/office/drawing/2014/main" xmlns="" id="{8909B8E9-9131-480E-9697-8BAA3B53D4EF}"/>
              </a:ext>
            </a:extLst>
          </p:cNvPr>
          <p:cNvSpPr>
            <a:spLocks noGrp="1"/>
          </p:cNvSpPr>
          <p:nvPr>
            <p:ph type="sldNum" sz="quarter" idx="12"/>
          </p:nvPr>
        </p:nvSpPr>
        <p:spPr/>
        <p:txBody>
          <a:bodyPr/>
          <a:lstStyle/>
          <a:p>
            <a:fld id="{30A9916C-F7EE-4D45-9CED-66E17072DC3C}" type="slidenum">
              <a:rPr lang="en-US" smtClean="0"/>
              <a:pPr/>
              <a:t>‹#›</a:t>
            </a:fld>
            <a:endParaRPr lang="en-US"/>
          </a:p>
        </p:txBody>
      </p:sp>
    </p:spTree>
    <p:extLst>
      <p:ext uri="{BB962C8B-B14F-4D97-AF65-F5344CB8AC3E}">
        <p14:creationId xmlns:p14="http://schemas.microsoft.com/office/powerpoint/2010/main" xmlns="" val="568388153"/>
      </p:ext>
    </p:extLst>
  </p:cSld>
  <p:clrMapOvr>
    <a:masterClrMapping/>
  </p:clrMapOvr>
  <mc:AlternateContent xmlns:mc="http://schemas.openxmlformats.org/markup-compatibility/2006">
    <mc:Choice xmlns:p14="http://schemas.microsoft.com/office/powerpoint/2010/main" xmlns="" Requires="p14">
      <p:transition spd="slow">
        <p14:reveal/>
      </p:transition>
    </mc:Choice>
    <mc:Fallback>
      <p:transition spd="slow">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2365"/>
        <p:cNvGrpSpPr/>
        <p:nvPr/>
      </p:nvGrpSpPr>
      <p:grpSpPr>
        <a:xfrm>
          <a:off x="0" y="0"/>
          <a:ext cx="0" cy="0"/>
          <a:chOff x="0" y="0"/>
          <a:chExt cx="0" cy="0"/>
        </a:xfrm>
      </p:grpSpPr>
      <p:sp>
        <p:nvSpPr>
          <p:cNvPr id="2366" name="Google Shape;2366;p34"/>
          <p:cNvSpPr/>
          <p:nvPr/>
        </p:nvSpPr>
        <p:spPr>
          <a:xfrm flipH="1">
            <a:off x="3037993" y="-71"/>
            <a:ext cx="4772176" cy="1504635"/>
          </a:xfrm>
          <a:custGeom>
            <a:avLst/>
            <a:gdLst/>
            <a:ahLst/>
            <a:cxnLst/>
            <a:rect l="l" t="t" r="r" b="b"/>
            <a:pathLst>
              <a:path w="42941" h="13539" extrusionOk="0">
                <a:moveTo>
                  <a:pt x="1" y="1"/>
                </a:moveTo>
                <a:cubicBezTo>
                  <a:pt x="2260" y="4416"/>
                  <a:pt x="6526" y="11298"/>
                  <a:pt x="11910" y="13122"/>
                </a:cubicBezTo>
                <a:cubicBezTo>
                  <a:pt x="12760" y="13411"/>
                  <a:pt x="13529" y="13538"/>
                  <a:pt x="14235" y="13538"/>
                </a:cubicBezTo>
                <a:cubicBezTo>
                  <a:pt x="19600" y="13538"/>
                  <a:pt x="21421" y="6191"/>
                  <a:pt x="28940" y="6191"/>
                </a:cubicBezTo>
                <a:cubicBezTo>
                  <a:pt x="29865" y="6191"/>
                  <a:pt x="30876" y="6302"/>
                  <a:pt x="31990" y="6552"/>
                </a:cubicBezTo>
                <a:cubicBezTo>
                  <a:pt x="33113" y="6803"/>
                  <a:pt x="34124" y="6917"/>
                  <a:pt x="35034" y="6917"/>
                </a:cubicBezTo>
                <a:cubicBezTo>
                  <a:pt x="40523" y="6917"/>
                  <a:pt x="42339" y="2794"/>
                  <a:pt x="4294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67" name="Google Shape;2367;p34"/>
          <p:cNvSpPr/>
          <p:nvPr/>
        </p:nvSpPr>
        <p:spPr>
          <a:xfrm rot="-5400000">
            <a:off x="8862582" y="3528587"/>
            <a:ext cx="2969167" cy="3689656"/>
          </a:xfrm>
          <a:custGeom>
            <a:avLst/>
            <a:gdLst/>
            <a:ahLst/>
            <a:cxnLst/>
            <a:rect l="l" t="t" r="r" b="b"/>
            <a:pathLst>
              <a:path w="23083" h="28685" extrusionOk="0">
                <a:moveTo>
                  <a:pt x="0" y="1"/>
                </a:moveTo>
                <a:lnTo>
                  <a:pt x="0" y="28685"/>
                </a:lnTo>
                <a:lnTo>
                  <a:pt x="21459" y="28685"/>
                </a:lnTo>
                <a:cubicBezTo>
                  <a:pt x="21459" y="28685"/>
                  <a:pt x="23082" y="26140"/>
                  <a:pt x="18030" y="21621"/>
                </a:cubicBezTo>
                <a:cubicBezTo>
                  <a:pt x="12978" y="17100"/>
                  <a:pt x="5798" y="19892"/>
                  <a:pt x="5866" y="10775"/>
                </a:cubicBezTo>
                <a:cubicBezTo>
                  <a:pt x="5932" y="1659"/>
                  <a:pt x="0" y="1"/>
                  <a:pt x="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68" name="Google Shape;2368;p34"/>
          <p:cNvSpPr/>
          <p:nvPr/>
        </p:nvSpPr>
        <p:spPr>
          <a:xfrm rot="5400000">
            <a:off x="182677" y="3160934"/>
            <a:ext cx="3489161" cy="3854463"/>
          </a:xfrm>
          <a:custGeom>
            <a:avLst/>
            <a:gdLst/>
            <a:ahLst/>
            <a:cxnLst/>
            <a:rect l="l" t="t" r="r" b="b"/>
            <a:pathLst>
              <a:path w="35850" h="39602" extrusionOk="0">
                <a:moveTo>
                  <a:pt x="35849" y="0"/>
                </a:moveTo>
                <a:cubicBezTo>
                  <a:pt x="31348" y="819"/>
                  <a:pt x="27986" y="1572"/>
                  <a:pt x="29982" y="14272"/>
                </a:cubicBezTo>
                <a:cubicBezTo>
                  <a:pt x="31965" y="26890"/>
                  <a:pt x="26923" y="30426"/>
                  <a:pt x="13686" y="30426"/>
                </a:cubicBezTo>
                <a:cubicBezTo>
                  <a:pt x="13600" y="30426"/>
                  <a:pt x="13514" y="30425"/>
                  <a:pt x="13427" y="30425"/>
                </a:cubicBezTo>
                <a:cubicBezTo>
                  <a:pt x="13395" y="30425"/>
                  <a:pt x="13362" y="30425"/>
                  <a:pt x="13330" y="30425"/>
                </a:cubicBezTo>
                <a:cubicBezTo>
                  <a:pt x="0" y="30425"/>
                  <a:pt x="1035" y="39600"/>
                  <a:pt x="1035" y="39600"/>
                </a:cubicBezTo>
                <a:lnTo>
                  <a:pt x="1035" y="39601"/>
                </a:lnTo>
                <a:lnTo>
                  <a:pt x="35849" y="39601"/>
                </a:lnTo>
                <a:lnTo>
                  <a:pt x="35849" y="0"/>
                </a:ln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 name="Google Shape;2369;p34"/>
          <p:cNvGrpSpPr/>
          <p:nvPr/>
        </p:nvGrpSpPr>
        <p:grpSpPr>
          <a:xfrm>
            <a:off x="10796761" y="5560872"/>
            <a:ext cx="1657416" cy="1533432"/>
            <a:chOff x="940201" y="467822"/>
            <a:chExt cx="4254149" cy="3935914"/>
          </a:xfrm>
        </p:grpSpPr>
        <p:sp>
          <p:nvSpPr>
            <p:cNvPr id="2370" name="Google Shape;2370;p34"/>
            <p:cNvSpPr/>
            <p:nvPr/>
          </p:nvSpPr>
          <p:spPr>
            <a:xfrm>
              <a:off x="940201" y="467822"/>
              <a:ext cx="4254149" cy="3935914"/>
            </a:xfrm>
            <a:custGeom>
              <a:avLst/>
              <a:gdLst/>
              <a:ahLst/>
              <a:cxnLst/>
              <a:rect l="l" t="t" r="r" b="b"/>
              <a:pathLst>
                <a:path w="22181" h="20522" extrusionOk="0">
                  <a:moveTo>
                    <a:pt x="17086" y="684"/>
                  </a:moveTo>
                  <a:cubicBezTo>
                    <a:pt x="17230" y="684"/>
                    <a:pt x="17376" y="723"/>
                    <a:pt x="17508" y="803"/>
                  </a:cubicBezTo>
                  <a:cubicBezTo>
                    <a:pt x="17888" y="1037"/>
                    <a:pt x="18006" y="1534"/>
                    <a:pt x="17773" y="1915"/>
                  </a:cubicBezTo>
                  <a:cubicBezTo>
                    <a:pt x="17621" y="2163"/>
                    <a:pt x="17356" y="2300"/>
                    <a:pt x="17084" y="2300"/>
                  </a:cubicBezTo>
                  <a:cubicBezTo>
                    <a:pt x="16940" y="2300"/>
                    <a:pt x="16794" y="2262"/>
                    <a:pt x="16662" y="2181"/>
                  </a:cubicBezTo>
                  <a:cubicBezTo>
                    <a:pt x="16282" y="1946"/>
                    <a:pt x="16162" y="1448"/>
                    <a:pt x="16396" y="1069"/>
                  </a:cubicBezTo>
                  <a:cubicBezTo>
                    <a:pt x="16549" y="821"/>
                    <a:pt x="16814" y="684"/>
                    <a:pt x="17086" y="684"/>
                  </a:cubicBezTo>
                  <a:close/>
                  <a:moveTo>
                    <a:pt x="17085" y="0"/>
                  </a:moveTo>
                  <a:cubicBezTo>
                    <a:pt x="16585" y="0"/>
                    <a:pt x="16096" y="253"/>
                    <a:pt x="15814" y="711"/>
                  </a:cubicBezTo>
                  <a:cubicBezTo>
                    <a:pt x="15563" y="1121"/>
                    <a:pt x="15534" y="1603"/>
                    <a:pt x="15693" y="2022"/>
                  </a:cubicBezTo>
                  <a:cubicBezTo>
                    <a:pt x="14261" y="1278"/>
                    <a:pt x="12717" y="922"/>
                    <a:pt x="11190" y="922"/>
                  </a:cubicBezTo>
                  <a:cubicBezTo>
                    <a:pt x="7899" y="922"/>
                    <a:pt x="4686" y="2578"/>
                    <a:pt x="2835" y="5587"/>
                  </a:cubicBezTo>
                  <a:cubicBezTo>
                    <a:pt x="1" y="10198"/>
                    <a:pt x="1440" y="16234"/>
                    <a:pt x="6052" y="19068"/>
                  </a:cubicBezTo>
                  <a:cubicBezTo>
                    <a:pt x="7653" y="20052"/>
                    <a:pt x="9425" y="20521"/>
                    <a:pt x="11176" y="20521"/>
                  </a:cubicBezTo>
                  <a:cubicBezTo>
                    <a:pt x="14468" y="20521"/>
                    <a:pt x="17682" y="18863"/>
                    <a:pt x="19532" y="15852"/>
                  </a:cubicBezTo>
                  <a:cubicBezTo>
                    <a:pt x="22181" y="11549"/>
                    <a:pt x="21099" y="6000"/>
                    <a:pt x="17190" y="2976"/>
                  </a:cubicBezTo>
                  <a:cubicBezTo>
                    <a:pt x="17652" y="2943"/>
                    <a:pt x="18092" y="2696"/>
                    <a:pt x="18353" y="2272"/>
                  </a:cubicBezTo>
                  <a:cubicBezTo>
                    <a:pt x="18784" y="1570"/>
                    <a:pt x="18565" y="653"/>
                    <a:pt x="17863" y="221"/>
                  </a:cubicBezTo>
                  <a:cubicBezTo>
                    <a:pt x="17620" y="72"/>
                    <a:pt x="17351" y="0"/>
                    <a:pt x="1708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1" name="Google Shape;2371;p34"/>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2" name="Google Shape;2372;p34"/>
            <p:cNvSpPr/>
            <p:nvPr/>
          </p:nvSpPr>
          <p:spPr>
            <a:xfrm>
              <a:off x="1485656" y="958233"/>
              <a:ext cx="2913136" cy="2428445"/>
            </a:xfrm>
            <a:custGeom>
              <a:avLst/>
              <a:gdLst/>
              <a:ahLst/>
              <a:cxnLst/>
              <a:rect l="l" t="t" r="r" b="b"/>
              <a:pathLst>
                <a:path w="15189" h="12662" extrusionOk="0">
                  <a:moveTo>
                    <a:pt x="8349" y="0"/>
                  </a:moveTo>
                  <a:cubicBezTo>
                    <a:pt x="5607" y="0"/>
                    <a:pt x="2929" y="1382"/>
                    <a:pt x="1388" y="3890"/>
                  </a:cubicBezTo>
                  <a:cubicBezTo>
                    <a:pt x="348" y="5580"/>
                    <a:pt x="1" y="7499"/>
                    <a:pt x="262" y="9321"/>
                  </a:cubicBezTo>
                  <a:cubicBezTo>
                    <a:pt x="870" y="10151"/>
                    <a:pt x="1643" y="10880"/>
                    <a:pt x="2573" y="11452"/>
                  </a:cubicBezTo>
                  <a:cubicBezTo>
                    <a:pt x="3906" y="12271"/>
                    <a:pt x="5382" y="12662"/>
                    <a:pt x="6840" y="12662"/>
                  </a:cubicBezTo>
                  <a:cubicBezTo>
                    <a:pt x="9582" y="12662"/>
                    <a:pt x="12260" y="11281"/>
                    <a:pt x="13802" y="8773"/>
                  </a:cubicBezTo>
                  <a:cubicBezTo>
                    <a:pt x="14841" y="7083"/>
                    <a:pt x="15189" y="5164"/>
                    <a:pt x="14928" y="3342"/>
                  </a:cubicBezTo>
                  <a:cubicBezTo>
                    <a:pt x="14320" y="2511"/>
                    <a:pt x="13547" y="1783"/>
                    <a:pt x="12617" y="1211"/>
                  </a:cubicBezTo>
                  <a:cubicBezTo>
                    <a:pt x="11284" y="391"/>
                    <a:pt x="9807" y="0"/>
                    <a:pt x="83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3" name="Google Shape;2373;p34"/>
            <p:cNvSpPr/>
            <p:nvPr/>
          </p:nvSpPr>
          <p:spPr>
            <a:xfrm>
              <a:off x="2888995" y="1738823"/>
              <a:ext cx="612202" cy="925003"/>
            </a:xfrm>
            <a:custGeom>
              <a:avLst/>
              <a:gdLst/>
              <a:ahLst/>
              <a:cxnLst/>
              <a:rect l="l" t="t" r="r" b="b"/>
              <a:pathLst>
                <a:path w="3192" h="4823" extrusionOk="0">
                  <a:moveTo>
                    <a:pt x="3191" y="0"/>
                  </a:moveTo>
                  <a:lnTo>
                    <a:pt x="125" y="4171"/>
                  </a:lnTo>
                  <a:cubicBezTo>
                    <a:pt x="0" y="4373"/>
                    <a:pt x="63" y="4636"/>
                    <a:pt x="264" y="4759"/>
                  </a:cubicBezTo>
                  <a:cubicBezTo>
                    <a:pt x="335" y="4802"/>
                    <a:pt x="412" y="4823"/>
                    <a:pt x="489" y="4823"/>
                  </a:cubicBezTo>
                  <a:cubicBezTo>
                    <a:pt x="632" y="4823"/>
                    <a:pt x="772" y="4750"/>
                    <a:pt x="852" y="4619"/>
                  </a:cubicBezTo>
                  <a:lnTo>
                    <a:pt x="31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4" name="Google Shape;2374;p34"/>
            <p:cNvSpPr/>
            <p:nvPr/>
          </p:nvSpPr>
          <p:spPr>
            <a:xfrm>
              <a:off x="2892447" y="2499660"/>
              <a:ext cx="312046" cy="1046598"/>
            </a:xfrm>
            <a:custGeom>
              <a:avLst/>
              <a:gdLst/>
              <a:ahLst/>
              <a:cxnLst/>
              <a:rect l="l" t="t" r="r" b="b"/>
              <a:pathLst>
                <a:path w="1627" h="5457" extrusionOk="0">
                  <a:moveTo>
                    <a:pt x="471" y="0"/>
                  </a:moveTo>
                  <a:cubicBezTo>
                    <a:pt x="439" y="0"/>
                    <a:pt x="407" y="4"/>
                    <a:pt x="374" y="11"/>
                  </a:cubicBezTo>
                  <a:cubicBezTo>
                    <a:pt x="144" y="65"/>
                    <a:pt x="0" y="294"/>
                    <a:pt x="53" y="524"/>
                  </a:cubicBezTo>
                  <a:lnTo>
                    <a:pt x="1626" y="5457"/>
                  </a:lnTo>
                  <a:lnTo>
                    <a:pt x="887" y="332"/>
                  </a:lnTo>
                  <a:cubicBezTo>
                    <a:pt x="841" y="134"/>
                    <a:pt x="666" y="0"/>
                    <a:pt x="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5" name="Google Shape;2375;p34"/>
            <p:cNvSpPr/>
            <p:nvPr/>
          </p:nvSpPr>
          <p:spPr>
            <a:xfrm>
              <a:off x="2948642" y="2551827"/>
              <a:ext cx="68086" cy="59838"/>
            </a:xfrm>
            <a:custGeom>
              <a:avLst/>
              <a:gdLst/>
              <a:ahLst/>
              <a:cxnLst/>
              <a:rect l="l" t="t" r="r" b="b"/>
              <a:pathLst>
                <a:path w="355" h="312" extrusionOk="0">
                  <a:moveTo>
                    <a:pt x="178" y="1"/>
                  </a:moveTo>
                  <a:cubicBezTo>
                    <a:pt x="126" y="1"/>
                    <a:pt x="75" y="27"/>
                    <a:pt x="45" y="75"/>
                  </a:cubicBezTo>
                  <a:cubicBezTo>
                    <a:pt x="0" y="149"/>
                    <a:pt x="23" y="243"/>
                    <a:pt x="96" y="288"/>
                  </a:cubicBezTo>
                  <a:cubicBezTo>
                    <a:pt x="122" y="304"/>
                    <a:pt x="150" y="311"/>
                    <a:pt x="178" y="311"/>
                  </a:cubicBezTo>
                  <a:cubicBezTo>
                    <a:pt x="229" y="311"/>
                    <a:pt x="280" y="285"/>
                    <a:pt x="310" y="237"/>
                  </a:cubicBezTo>
                  <a:cubicBezTo>
                    <a:pt x="354" y="165"/>
                    <a:pt x="332" y="69"/>
                    <a:pt x="258" y="24"/>
                  </a:cubicBezTo>
                  <a:cubicBezTo>
                    <a:pt x="233" y="8"/>
                    <a:pt x="205" y="1"/>
                    <a:pt x="17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6" name="Google Shape;2376;p34"/>
            <p:cNvSpPr/>
            <p:nvPr/>
          </p:nvSpPr>
          <p:spPr>
            <a:xfrm>
              <a:off x="1535713" y="1599007"/>
              <a:ext cx="3226717" cy="2491160"/>
            </a:xfrm>
            <a:custGeom>
              <a:avLst/>
              <a:gdLst/>
              <a:ahLst/>
              <a:cxnLst/>
              <a:rect l="l" t="t" r="r" b="b"/>
              <a:pathLst>
                <a:path w="16824" h="12989" extrusionOk="0">
                  <a:moveTo>
                    <a:pt x="14667" y="1"/>
                  </a:moveTo>
                  <a:lnTo>
                    <a:pt x="14667" y="1"/>
                  </a:lnTo>
                  <a:cubicBezTo>
                    <a:pt x="14928" y="1823"/>
                    <a:pt x="14579" y="3742"/>
                    <a:pt x="13541" y="5432"/>
                  </a:cubicBezTo>
                  <a:cubicBezTo>
                    <a:pt x="11999" y="7939"/>
                    <a:pt x="9321" y="9321"/>
                    <a:pt x="6579" y="9321"/>
                  </a:cubicBezTo>
                  <a:cubicBezTo>
                    <a:pt x="5121" y="9321"/>
                    <a:pt x="3645" y="8930"/>
                    <a:pt x="2312" y="8111"/>
                  </a:cubicBezTo>
                  <a:cubicBezTo>
                    <a:pt x="1382" y="7539"/>
                    <a:pt x="607" y="6810"/>
                    <a:pt x="1" y="5980"/>
                  </a:cubicBezTo>
                  <a:lnTo>
                    <a:pt x="1" y="5980"/>
                  </a:lnTo>
                  <a:cubicBezTo>
                    <a:pt x="335" y="8297"/>
                    <a:pt x="1655" y="10455"/>
                    <a:pt x="3806" y="11777"/>
                  </a:cubicBezTo>
                  <a:cubicBezTo>
                    <a:pt x="5139" y="12597"/>
                    <a:pt x="6616" y="12988"/>
                    <a:pt x="8074" y="12988"/>
                  </a:cubicBezTo>
                  <a:cubicBezTo>
                    <a:pt x="10816" y="12988"/>
                    <a:pt x="13493" y="11606"/>
                    <a:pt x="15035" y="9098"/>
                  </a:cubicBezTo>
                  <a:cubicBezTo>
                    <a:pt x="16824" y="6189"/>
                    <a:pt x="16566" y="2598"/>
                    <a:pt x="14667" y="1"/>
                  </a:cubicBezTo>
                  <a:close/>
                </a:path>
              </a:pathLst>
            </a:custGeom>
            <a:solidFill>
              <a:srgbClr val="96350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77" name="Google Shape;2377;p34"/>
            <p:cNvSpPr/>
            <p:nvPr/>
          </p:nvSpPr>
          <p:spPr>
            <a:xfrm>
              <a:off x="1621828" y="1098049"/>
              <a:ext cx="2989661" cy="2851917"/>
            </a:xfrm>
            <a:custGeom>
              <a:avLst/>
              <a:gdLst/>
              <a:ahLst/>
              <a:cxnLst/>
              <a:rect l="l" t="t" r="r" b="b"/>
              <a:pathLst>
                <a:path w="15588" h="14870" extrusionOk="0">
                  <a:moveTo>
                    <a:pt x="7618" y="230"/>
                  </a:moveTo>
                  <a:cubicBezTo>
                    <a:pt x="8229" y="230"/>
                    <a:pt x="8845" y="309"/>
                    <a:pt x="9453" y="468"/>
                  </a:cubicBezTo>
                  <a:cubicBezTo>
                    <a:pt x="10149" y="650"/>
                    <a:pt x="10805" y="929"/>
                    <a:pt x="11411" y="1305"/>
                  </a:cubicBezTo>
                  <a:lnTo>
                    <a:pt x="10572" y="2553"/>
                  </a:lnTo>
                  <a:lnTo>
                    <a:pt x="10763" y="2681"/>
                  </a:lnTo>
                  <a:lnTo>
                    <a:pt x="11604" y="1428"/>
                  </a:lnTo>
                  <a:cubicBezTo>
                    <a:pt x="11723" y="1507"/>
                    <a:pt x="11839" y="1587"/>
                    <a:pt x="11953" y="1673"/>
                  </a:cubicBezTo>
                  <a:cubicBezTo>
                    <a:pt x="14303" y="3437"/>
                    <a:pt x="15343" y="6413"/>
                    <a:pt x="14599" y="9257"/>
                  </a:cubicBezTo>
                  <a:cubicBezTo>
                    <a:pt x="14395" y="10035"/>
                    <a:pt x="14069" y="10760"/>
                    <a:pt x="13638" y="11414"/>
                  </a:cubicBezTo>
                  <a:lnTo>
                    <a:pt x="12353" y="10519"/>
                  </a:lnTo>
                  <a:lnTo>
                    <a:pt x="12223" y="10707"/>
                  </a:lnTo>
                  <a:lnTo>
                    <a:pt x="13509" y="11602"/>
                  </a:lnTo>
                  <a:cubicBezTo>
                    <a:pt x="12926" y="12428"/>
                    <a:pt x="12170" y="13126"/>
                    <a:pt x="11271" y="13652"/>
                  </a:cubicBezTo>
                  <a:cubicBezTo>
                    <a:pt x="10152" y="14306"/>
                    <a:pt x="8906" y="14641"/>
                    <a:pt x="7643" y="14641"/>
                  </a:cubicBezTo>
                  <a:cubicBezTo>
                    <a:pt x="7032" y="14641"/>
                    <a:pt x="6417" y="14563"/>
                    <a:pt x="5811" y="14404"/>
                  </a:cubicBezTo>
                  <a:cubicBezTo>
                    <a:pt x="5138" y="14228"/>
                    <a:pt x="4503" y="13958"/>
                    <a:pt x="3920" y="13609"/>
                  </a:cubicBezTo>
                  <a:lnTo>
                    <a:pt x="4691" y="12372"/>
                  </a:lnTo>
                  <a:lnTo>
                    <a:pt x="4497" y="12251"/>
                  </a:lnTo>
                  <a:lnTo>
                    <a:pt x="3726" y="13487"/>
                  </a:lnTo>
                  <a:cubicBezTo>
                    <a:pt x="2602" y="12762"/>
                    <a:pt x="1691" y="11732"/>
                    <a:pt x="1108" y="10488"/>
                  </a:cubicBezTo>
                  <a:cubicBezTo>
                    <a:pt x="396" y="8971"/>
                    <a:pt x="238" y="7239"/>
                    <a:pt x="663" y="5614"/>
                  </a:cubicBezTo>
                  <a:cubicBezTo>
                    <a:pt x="841" y="4935"/>
                    <a:pt x="1113" y="4297"/>
                    <a:pt x="1465" y="3711"/>
                  </a:cubicBezTo>
                  <a:lnTo>
                    <a:pt x="2639" y="4471"/>
                  </a:lnTo>
                  <a:lnTo>
                    <a:pt x="2762" y="4279"/>
                  </a:lnTo>
                  <a:lnTo>
                    <a:pt x="1587" y="3518"/>
                  </a:lnTo>
                  <a:cubicBezTo>
                    <a:pt x="2191" y="2585"/>
                    <a:pt x="3006" y="1798"/>
                    <a:pt x="3993" y="1220"/>
                  </a:cubicBezTo>
                  <a:cubicBezTo>
                    <a:pt x="5111" y="565"/>
                    <a:pt x="6355" y="230"/>
                    <a:pt x="7618" y="230"/>
                  </a:cubicBezTo>
                  <a:close/>
                  <a:moveTo>
                    <a:pt x="7619" y="0"/>
                  </a:moveTo>
                  <a:cubicBezTo>
                    <a:pt x="6315" y="0"/>
                    <a:pt x="5029" y="346"/>
                    <a:pt x="3874" y="1022"/>
                  </a:cubicBezTo>
                  <a:cubicBezTo>
                    <a:pt x="2161" y="2025"/>
                    <a:pt x="942" y="3635"/>
                    <a:pt x="440" y="5556"/>
                  </a:cubicBezTo>
                  <a:cubicBezTo>
                    <a:pt x="1" y="7233"/>
                    <a:pt x="165" y="9019"/>
                    <a:pt x="899" y="10584"/>
                  </a:cubicBezTo>
                  <a:cubicBezTo>
                    <a:pt x="1840" y="12592"/>
                    <a:pt x="3609" y="14064"/>
                    <a:pt x="5751" y="14624"/>
                  </a:cubicBezTo>
                  <a:cubicBezTo>
                    <a:pt x="6377" y="14788"/>
                    <a:pt x="7011" y="14869"/>
                    <a:pt x="7642" y="14869"/>
                  </a:cubicBezTo>
                  <a:cubicBezTo>
                    <a:pt x="8945" y="14869"/>
                    <a:pt x="10230" y="14523"/>
                    <a:pt x="11385" y="13847"/>
                  </a:cubicBezTo>
                  <a:cubicBezTo>
                    <a:pt x="13097" y="12843"/>
                    <a:pt x="14317" y="11233"/>
                    <a:pt x="14819" y="9313"/>
                  </a:cubicBezTo>
                  <a:cubicBezTo>
                    <a:pt x="15588" y="6381"/>
                    <a:pt x="14515" y="3309"/>
                    <a:pt x="12089" y="1488"/>
                  </a:cubicBezTo>
                  <a:cubicBezTo>
                    <a:pt x="11315" y="908"/>
                    <a:pt x="10448" y="490"/>
                    <a:pt x="9509" y="245"/>
                  </a:cubicBezTo>
                  <a:cubicBezTo>
                    <a:pt x="8884" y="81"/>
                    <a:pt x="8249" y="0"/>
                    <a:pt x="76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 name="Google Shape;2378;p34"/>
          <p:cNvGrpSpPr/>
          <p:nvPr/>
        </p:nvGrpSpPr>
        <p:grpSpPr>
          <a:xfrm>
            <a:off x="-276294" y="-744011"/>
            <a:ext cx="1809215" cy="1895253"/>
            <a:chOff x="1511250" y="306000"/>
            <a:chExt cx="3756676" cy="3935328"/>
          </a:xfrm>
        </p:grpSpPr>
        <p:sp>
          <p:nvSpPr>
            <p:cNvPr id="2379" name="Google Shape;2379;p34"/>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0" name="Google Shape;2380;p34"/>
            <p:cNvSpPr/>
            <p:nvPr/>
          </p:nvSpPr>
          <p:spPr>
            <a:xfrm>
              <a:off x="1582051" y="1803459"/>
              <a:ext cx="3685875" cy="2437868"/>
            </a:xfrm>
            <a:custGeom>
              <a:avLst/>
              <a:gdLst/>
              <a:ahLst/>
              <a:cxnLst/>
              <a:rect l="l" t="t" r="r" b="b"/>
              <a:pathLst>
                <a:path w="20095" h="13291" extrusionOk="0">
                  <a:moveTo>
                    <a:pt x="17609" y="1"/>
                  </a:moveTo>
                  <a:lnTo>
                    <a:pt x="4799" y="5286"/>
                  </a:lnTo>
                  <a:lnTo>
                    <a:pt x="4414" y="4349"/>
                  </a:lnTo>
                  <a:lnTo>
                    <a:pt x="4190" y="4441"/>
                  </a:lnTo>
                  <a:lnTo>
                    <a:pt x="4576" y="5378"/>
                  </a:lnTo>
                  <a:lnTo>
                    <a:pt x="0" y="7265"/>
                  </a:lnTo>
                  <a:lnTo>
                    <a:pt x="2486" y="13290"/>
                  </a:lnTo>
                  <a:lnTo>
                    <a:pt x="7228" y="11334"/>
                  </a:lnTo>
                  <a:lnTo>
                    <a:pt x="7286" y="11311"/>
                  </a:lnTo>
                  <a:lnTo>
                    <a:pt x="20095" y="6027"/>
                  </a:lnTo>
                  <a:lnTo>
                    <a:pt x="17609"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1" name="Google Shape;2381;p34"/>
            <p:cNvSpPr/>
            <p:nvPr/>
          </p:nvSpPr>
          <p:spPr>
            <a:xfrm>
              <a:off x="1511250" y="1630859"/>
              <a:ext cx="3300871" cy="1504615"/>
            </a:xfrm>
            <a:custGeom>
              <a:avLst/>
              <a:gdLst/>
              <a:ahLst/>
              <a:cxnLst/>
              <a:rect l="l" t="t" r="r" b="b"/>
              <a:pathLst>
                <a:path w="17996" h="8203" extrusionOk="0">
                  <a:moveTo>
                    <a:pt x="17608" y="0"/>
                  </a:moveTo>
                  <a:lnTo>
                    <a:pt x="0" y="7265"/>
                  </a:lnTo>
                  <a:lnTo>
                    <a:pt x="387" y="8203"/>
                  </a:lnTo>
                  <a:lnTo>
                    <a:pt x="17995" y="938"/>
                  </a:lnTo>
                  <a:lnTo>
                    <a:pt x="1760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2" name="Google Shape;2382;p34"/>
            <p:cNvSpPr/>
            <p:nvPr/>
          </p:nvSpPr>
          <p:spPr>
            <a:xfrm>
              <a:off x="2591425" y="1932222"/>
              <a:ext cx="2210608" cy="986996"/>
            </a:xfrm>
            <a:custGeom>
              <a:avLst/>
              <a:gdLst/>
              <a:ahLst/>
              <a:cxnLst/>
              <a:rect l="l" t="t" r="r" b="b"/>
              <a:pathLst>
                <a:path w="12052" h="5381" extrusionOk="0">
                  <a:moveTo>
                    <a:pt x="11850" y="0"/>
                  </a:moveTo>
                  <a:lnTo>
                    <a:pt x="0" y="4890"/>
                  </a:lnTo>
                  <a:lnTo>
                    <a:pt x="203" y="5381"/>
                  </a:lnTo>
                  <a:lnTo>
                    <a:pt x="12052" y="491"/>
                  </a:lnTo>
                  <a:lnTo>
                    <a:pt x="11850"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3" name="Google Shape;2383;p34"/>
            <p:cNvSpPr/>
            <p:nvPr/>
          </p:nvSpPr>
          <p:spPr>
            <a:xfrm>
              <a:off x="2662409" y="2173422"/>
              <a:ext cx="2042960" cy="917663"/>
            </a:xfrm>
            <a:custGeom>
              <a:avLst/>
              <a:gdLst/>
              <a:ahLst/>
              <a:cxnLst/>
              <a:rect l="l" t="t" r="r" b="b"/>
              <a:pathLst>
                <a:path w="11138" h="5003" extrusionOk="0">
                  <a:moveTo>
                    <a:pt x="10934" y="0"/>
                  </a:moveTo>
                  <a:lnTo>
                    <a:pt x="0" y="4512"/>
                  </a:lnTo>
                  <a:lnTo>
                    <a:pt x="202" y="5003"/>
                  </a:lnTo>
                  <a:lnTo>
                    <a:pt x="11137" y="491"/>
                  </a:lnTo>
                  <a:lnTo>
                    <a:pt x="1093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4" name="Google Shape;2384;p34"/>
            <p:cNvSpPr/>
            <p:nvPr/>
          </p:nvSpPr>
          <p:spPr>
            <a:xfrm>
              <a:off x="2733027" y="2408386"/>
              <a:ext cx="1890169" cy="854749"/>
            </a:xfrm>
            <a:custGeom>
              <a:avLst/>
              <a:gdLst/>
              <a:ahLst/>
              <a:cxnLst/>
              <a:rect l="l" t="t" r="r" b="b"/>
              <a:pathLst>
                <a:path w="10305" h="4660" extrusionOk="0">
                  <a:moveTo>
                    <a:pt x="10102" y="1"/>
                  </a:moveTo>
                  <a:lnTo>
                    <a:pt x="0" y="4169"/>
                  </a:lnTo>
                  <a:lnTo>
                    <a:pt x="203" y="4659"/>
                  </a:lnTo>
                  <a:lnTo>
                    <a:pt x="10304" y="491"/>
                  </a:lnTo>
                  <a:lnTo>
                    <a:pt x="1010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5" name="Google Shape;2385;p34"/>
            <p:cNvSpPr/>
            <p:nvPr/>
          </p:nvSpPr>
          <p:spPr>
            <a:xfrm>
              <a:off x="2908746" y="3150146"/>
              <a:ext cx="1124197" cy="538712"/>
            </a:xfrm>
            <a:custGeom>
              <a:avLst/>
              <a:gdLst/>
              <a:ahLst/>
              <a:cxnLst/>
              <a:rect l="l" t="t" r="r" b="b"/>
              <a:pathLst>
                <a:path w="6129" h="2937" extrusionOk="0">
                  <a:moveTo>
                    <a:pt x="5926" y="1"/>
                  </a:moveTo>
                  <a:lnTo>
                    <a:pt x="1" y="2446"/>
                  </a:lnTo>
                  <a:lnTo>
                    <a:pt x="203" y="2936"/>
                  </a:lnTo>
                  <a:lnTo>
                    <a:pt x="6128" y="491"/>
                  </a:lnTo>
                  <a:lnTo>
                    <a:pt x="592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6" name="Google Shape;2386;p34"/>
            <p:cNvSpPr/>
            <p:nvPr/>
          </p:nvSpPr>
          <p:spPr>
            <a:xfrm>
              <a:off x="4082466" y="2945997"/>
              <a:ext cx="446450" cy="258993"/>
            </a:xfrm>
            <a:custGeom>
              <a:avLst/>
              <a:gdLst/>
              <a:ahLst/>
              <a:cxnLst/>
              <a:rect l="l" t="t" r="r" b="b"/>
              <a:pathLst>
                <a:path w="2434" h="1412" extrusionOk="0">
                  <a:moveTo>
                    <a:pt x="2231" y="1"/>
                  </a:moveTo>
                  <a:lnTo>
                    <a:pt x="0" y="921"/>
                  </a:lnTo>
                  <a:lnTo>
                    <a:pt x="203" y="1411"/>
                  </a:lnTo>
                  <a:lnTo>
                    <a:pt x="2433" y="491"/>
                  </a:lnTo>
                  <a:lnTo>
                    <a:pt x="223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7" name="Google Shape;2387;p34"/>
            <p:cNvSpPr/>
            <p:nvPr/>
          </p:nvSpPr>
          <p:spPr>
            <a:xfrm>
              <a:off x="2854819" y="3018999"/>
              <a:ext cx="1124197" cy="538528"/>
            </a:xfrm>
            <a:custGeom>
              <a:avLst/>
              <a:gdLst/>
              <a:ahLst/>
              <a:cxnLst/>
              <a:rect l="l" t="t" r="r" b="b"/>
              <a:pathLst>
                <a:path w="6129" h="2936" extrusionOk="0">
                  <a:moveTo>
                    <a:pt x="5925" y="0"/>
                  </a:moveTo>
                  <a:lnTo>
                    <a:pt x="0" y="2445"/>
                  </a:lnTo>
                  <a:lnTo>
                    <a:pt x="203" y="2936"/>
                  </a:lnTo>
                  <a:lnTo>
                    <a:pt x="6128" y="491"/>
                  </a:lnTo>
                  <a:lnTo>
                    <a:pt x="592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8" name="Google Shape;2388;p34"/>
            <p:cNvSpPr/>
            <p:nvPr/>
          </p:nvSpPr>
          <p:spPr>
            <a:xfrm>
              <a:off x="1783082" y="3136206"/>
              <a:ext cx="728921" cy="375466"/>
            </a:xfrm>
            <a:custGeom>
              <a:avLst/>
              <a:gdLst/>
              <a:ahLst/>
              <a:cxnLst/>
              <a:rect l="l" t="t" r="r" b="b"/>
              <a:pathLst>
                <a:path w="3974" h="2047" extrusionOk="0">
                  <a:moveTo>
                    <a:pt x="3772" y="0"/>
                  </a:moveTo>
                  <a:lnTo>
                    <a:pt x="0" y="1556"/>
                  </a:lnTo>
                  <a:lnTo>
                    <a:pt x="202" y="2046"/>
                  </a:lnTo>
                  <a:lnTo>
                    <a:pt x="3973" y="491"/>
                  </a:lnTo>
                  <a:lnTo>
                    <a:pt x="377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89" name="Google Shape;2389;p34"/>
            <p:cNvSpPr/>
            <p:nvPr/>
          </p:nvSpPr>
          <p:spPr>
            <a:xfrm>
              <a:off x="1729156" y="3005426"/>
              <a:ext cx="729104" cy="375282"/>
            </a:xfrm>
            <a:custGeom>
              <a:avLst/>
              <a:gdLst/>
              <a:ahLst/>
              <a:cxnLst/>
              <a:rect l="l" t="t" r="r" b="b"/>
              <a:pathLst>
                <a:path w="3975" h="2046" extrusionOk="0">
                  <a:moveTo>
                    <a:pt x="3771" y="1"/>
                  </a:moveTo>
                  <a:lnTo>
                    <a:pt x="0" y="1557"/>
                  </a:lnTo>
                  <a:lnTo>
                    <a:pt x="203" y="2046"/>
                  </a:lnTo>
                  <a:lnTo>
                    <a:pt x="3974" y="491"/>
                  </a:lnTo>
                  <a:lnTo>
                    <a:pt x="37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0" name="Google Shape;2390;p34"/>
            <p:cNvSpPr/>
            <p:nvPr/>
          </p:nvSpPr>
          <p:spPr>
            <a:xfrm>
              <a:off x="4600818" y="2517522"/>
              <a:ext cx="407565" cy="415452"/>
            </a:xfrm>
            <a:custGeom>
              <a:avLst/>
              <a:gdLst/>
              <a:ahLst/>
              <a:cxnLst/>
              <a:rect l="l" t="t" r="r" b="b"/>
              <a:pathLst>
                <a:path w="2222" h="2265" extrusionOk="0">
                  <a:moveTo>
                    <a:pt x="1742" y="0"/>
                  </a:moveTo>
                  <a:cubicBezTo>
                    <a:pt x="1723" y="0"/>
                    <a:pt x="1703" y="4"/>
                    <a:pt x="1683" y="12"/>
                  </a:cubicBezTo>
                  <a:cubicBezTo>
                    <a:pt x="1632" y="35"/>
                    <a:pt x="1592" y="73"/>
                    <a:pt x="1565" y="121"/>
                  </a:cubicBezTo>
                  <a:lnTo>
                    <a:pt x="1293" y="609"/>
                  </a:lnTo>
                  <a:lnTo>
                    <a:pt x="90" y="690"/>
                  </a:lnTo>
                  <a:cubicBezTo>
                    <a:pt x="69" y="692"/>
                    <a:pt x="51" y="703"/>
                    <a:pt x="40" y="721"/>
                  </a:cubicBezTo>
                  <a:lnTo>
                    <a:pt x="16" y="769"/>
                  </a:lnTo>
                  <a:cubicBezTo>
                    <a:pt x="1" y="799"/>
                    <a:pt x="21" y="835"/>
                    <a:pt x="54" y="839"/>
                  </a:cubicBezTo>
                  <a:lnTo>
                    <a:pt x="1107" y="936"/>
                  </a:lnTo>
                  <a:lnTo>
                    <a:pt x="759" y="1727"/>
                  </a:lnTo>
                  <a:lnTo>
                    <a:pt x="757" y="1727"/>
                  </a:lnTo>
                  <a:lnTo>
                    <a:pt x="743" y="1757"/>
                  </a:lnTo>
                  <a:lnTo>
                    <a:pt x="427" y="1820"/>
                  </a:lnTo>
                  <a:cubicBezTo>
                    <a:pt x="420" y="1821"/>
                    <a:pt x="412" y="1825"/>
                    <a:pt x="406" y="1831"/>
                  </a:cubicBezTo>
                  <a:lnTo>
                    <a:pt x="382" y="1889"/>
                  </a:lnTo>
                  <a:cubicBezTo>
                    <a:pt x="372" y="1913"/>
                    <a:pt x="389" y="1940"/>
                    <a:pt x="417" y="1942"/>
                  </a:cubicBezTo>
                  <a:lnTo>
                    <a:pt x="665" y="1954"/>
                  </a:lnTo>
                  <a:cubicBezTo>
                    <a:pt x="665" y="1954"/>
                    <a:pt x="671" y="1992"/>
                    <a:pt x="688" y="2025"/>
                  </a:cubicBezTo>
                  <a:cubicBezTo>
                    <a:pt x="702" y="2053"/>
                    <a:pt x="729" y="2069"/>
                    <a:pt x="758" y="2069"/>
                  </a:cubicBezTo>
                  <a:cubicBezTo>
                    <a:pt x="762" y="2069"/>
                    <a:pt x="766" y="2069"/>
                    <a:pt x="771" y="2068"/>
                  </a:cubicBezTo>
                  <a:cubicBezTo>
                    <a:pt x="808" y="2063"/>
                    <a:pt x="843" y="2049"/>
                    <a:pt x="843" y="2049"/>
                  </a:cubicBezTo>
                  <a:lnTo>
                    <a:pt x="991" y="2248"/>
                  </a:lnTo>
                  <a:cubicBezTo>
                    <a:pt x="999" y="2259"/>
                    <a:pt x="1011" y="2264"/>
                    <a:pt x="1023" y="2264"/>
                  </a:cubicBezTo>
                  <a:cubicBezTo>
                    <a:pt x="1035" y="2264"/>
                    <a:pt x="1048" y="2259"/>
                    <a:pt x="1055" y="2247"/>
                  </a:cubicBezTo>
                  <a:lnTo>
                    <a:pt x="1088" y="2196"/>
                  </a:lnTo>
                  <a:cubicBezTo>
                    <a:pt x="1090" y="2189"/>
                    <a:pt x="1090" y="2180"/>
                    <a:pt x="1086" y="2173"/>
                  </a:cubicBezTo>
                  <a:lnTo>
                    <a:pt x="960" y="1875"/>
                  </a:lnTo>
                  <a:lnTo>
                    <a:pt x="978" y="1847"/>
                  </a:lnTo>
                  <a:lnTo>
                    <a:pt x="976" y="1844"/>
                  </a:lnTo>
                  <a:lnTo>
                    <a:pt x="1439" y="1113"/>
                  </a:lnTo>
                  <a:lnTo>
                    <a:pt x="2109" y="1933"/>
                  </a:lnTo>
                  <a:cubicBezTo>
                    <a:pt x="2118" y="1945"/>
                    <a:pt x="2132" y="1950"/>
                    <a:pt x="2145" y="1950"/>
                  </a:cubicBezTo>
                  <a:cubicBezTo>
                    <a:pt x="2162" y="1950"/>
                    <a:pt x="2178" y="1942"/>
                    <a:pt x="2186" y="1926"/>
                  </a:cubicBezTo>
                  <a:lnTo>
                    <a:pt x="2213" y="1879"/>
                  </a:lnTo>
                  <a:cubicBezTo>
                    <a:pt x="2222" y="1860"/>
                    <a:pt x="2222" y="1838"/>
                    <a:pt x="2211" y="1820"/>
                  </a:cubicBezTo>
                  <a:lnTo>
                    <a:pt x="1609" y="777"/>
                  </a:lnTo>
                  <a:lnTo>
                    <a:pt x="1864" y="275"/>
                  </a:lnTo>
                  <a:cubicBezTo>
                    <a:pt x="1888" y="229"/>
                    <a:pt x="1895" y="175"/>
                    <a:pt x="1887" y="125"/>
                  </a:cubicBezTo>
                  <a:lnTo>
                    <a:pt x="1886" y="120"/>
                  </a:lnTo>
                  <a:cubicBezTo>
                    <a:pt x="1873" y="47"/>
                    <a:pt x="1810" y="0"/>
                    <a:pt x="17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1" name="Google Shape;2391;p34"/>
            <p:cNvSpPr/>
            <p:nvPr/>
          </p:nvSpPr>
          <p:spPr>
            <a:xfrm>
              <a:off x="4913369" y="2689206"/>
              <a:ext cx="26413" cy="24762"/>
            </a:xfrm>
            <a:custGeom>
              <a:avLst/>
              <a:gdLst/>
              <a:ahLst/>
              <a:cxnLst/>
              <a:rect l="l" t="t" r="r" b="b"/>
              <a:pathLst>
                <a:path w="144" h="135" extrusionOk="0">
                  <a:moveTo>
                    <a:pt x="86" y="1"/>
                  </a:moveTo>
                  <a:lnTo>
                    <a:pt x="22" y="42"/>
                  </a:lnTo>
                  <a:cubicBezTo>
                    <a:pt x="3" y="54"/>
                    <a:pt x="1" y="84"/>
                    <a:pt x="17" y="107"/>
                  </a:cubicBezTo>
                  <a:cubicBezTo>
                    <a:pt x="27" y="125"/>
                    <a:pt x="44" y="134"/>
                    <a:pt x="61" y="134"/>
                  </a:cubicBezTo>
                  <a:cubicBezTo>
                    <a:pt x="67" y="134"/>
                    <a:pt x="74" y="133"/>
                    <a:pt x="79" y="130"/>
                  </a:cubicBezTo>
                  <a:lnTo>
                    <a:pt x="143" y="89"/>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2" name="Google Shape;2392;p34"/>
            <p:cNvSpPr/>
            <p:nvPr/>
          </p:nvSpPr>
          <p:spPr>
            <a:xfrm>
              <a:off x="4945468" y="2744783"/>
              <a:ext cx="26229" cy="24762"/>
            </a:xfrm>
            <a:custGeom>
              <a:avLst/>
              <a:gdLst/>
              <a:ahLst/>
              <a:cxnLst/>
              <a:rect l="l" t="t" r="r" b="b"/>
              <a:pathLst>
                <a:path w="143" h="135" extrusionOk="0">
                  <a:moveTo>
                    <a:pt x="86" y="1"/>
                  </a:moveTo>
                  <a:lnTo>
                    <a:pt x="22" y="42"/>
                  </a:lnTo>
                  <a:cubicBezTo>
                    <a:pt x="3" y="54"/>
                    <a:pt x="0" y="83"/>
                    <a:pt x="16" y="107"/>
                  </a:cubicBezTo>
                  <a:cubicBezTo>
                    <a:pt x="28" y="124"/>
                    <a:pt x="46" y="134"/>
                    <a:pt x="61" y="134"/>
                  </a:cubicBezTo>
                  <a:cubicBezTo>
                    <a:pt x="67" y="134"/>
                    <a:pt x="73" y="133"/>
                    <a:pt x="78" y="130"/>
                  </a:cubicBezTo>
                  <a:lnTo>
                    <a:pt x="142" y="88"/>
                  </a:lnTo>
                  <a:lnTo>
                    <a:pt x="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3" name="Google Shape;2393;p34"/>
            <p:cNvSpPr/>
            <p:nvPr/>
          </p:nvSpPr>
          <p:spPr>
            <a:xfrm>
              <a:off x="4752691" y="2619505"/>
              <a:ext cx="19443" cy="21644"/>
            </a:xfrm>
            <a:custGeom>
              <a:avLst/>
              <a:gdLst/>
              <a:ahLst/>
              <a:cxnLst/>
              <a:rect l="l" t="t" r="r" b="b"/>
              <a:pathLst>
                <a:path w="106" h="118" extrusionOk="0">
                  <a:moveTo>
                    <a:pt x="105" y="0"/>
                  </a:moveTo>
                  <a:lnTo>
                    <a:pt x="0" y="1"/>
                  </a:lnTo>
                  <a:lnTo>
                    <a:pt x="2" y="77"/>
                  </a:lnTo>
                  <a:cubicBezTo>
                    <a:pt x="2" y="101"/>
                    <a:pt x="23" y="117"/>
                    <a:pt x="52" y="117"/>
                  </a:cubicBezTo>
                  <a:cubicBezTo>
                    <a:pt x="53" y="117"/>
                    <a:pt x="54" y="117"/>
                    <a:pt x="54" y="117"/>
                  </a:cubicBezTo>
                  <a:cubicBezTo>
                    <a:pt x="83" y="117"/>
                    <a:pt x="106" y="98"/>
                    <a:pt x="106" y="76"/>
                  </a:cubicBezTo>
                  <a:lnTo>
                    <a:pt x="1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4" name="Google Shape;2394;p34"/>
            <p:cNvSpPr/>
            <p:nvPr/>
          </p:nvSpPr>
          <p:spPr>
            <a:xfrm>
              <a:off x="4688677" y="2623724"/>
              <a:ext cx="19443" cy="21644"/>
            </a:xfrm>
            <a:custGeom>
              <a:avLst/>
              <a:gdLst/>
              <a:ahLst/>
              <a:cxnLst/>
              <a:rect l="l" t="t" r="r" b="b"/>
              <a:pathLst>
                <a:path w="106" h="118" extrusionOk="0">
                  <a:moveTo>
                    <a:pt x="104" y="1"/>
                  </a:moveTo>
                  <a:lnTo>
                    <a:pt x="0" y="2"/>
                  </a:lnTo>
                  <a:lnTo>
                    <a:pt x="2" y="78"/>
                  </a:lnTo>
                  <a:cubicBezTo>
                    <a:pt x="0" y="101"/>
                    <a:pt x="24" y="118"/>
                    <a:pt x="51" y="118"/>
                  </a:cubicBezTo>
                  <a:cubicBezTo>
                    <a:pt x="52" y="118"/>
                    <a:pt x="53" y="118"/>
                    <a:pt x="54" y="118"/>
                  </a:cubicBezTo>
                  <a:cubicBezTo>
                    <a:pt x="84" y="118"/>
                    <a:pt x="106" y="100"/>
                    <a:pt x="106" y="76"/>
                  </a:cubicBezTo>
                  <a:lnTo>
                    <a:pt x="10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5" name="Google Shape;2395;p34"/>
            <p:cNvSpPr/>
            <p:nvPr/>
          </p:nvSpPr>
          <p:spPr>
            <a:xfrm>
              <a:off x="1974942" y="3363833"/>
              <a:ext cx="647848" cy="647848"/>
            </a:xfrm>
            <a:custGeom>
              <a:avLst/>
              <a:gdLst/>
              <a:ahLst/>
              <a:cxnLst/>
              <a:rect l="l" t="t" r="r" b="b"/>
              <a:pathLst>
                <a:path w="3532" h="3532" extrusionOk="0">
                  <a:moveTo>
                    <a:pt x="2501" y="0"/>
                  </a:moveTo>
                  <a:lnTo>
                    <a:pt x="0" y="1031"/>
                  </a:lnTo>
                  <a:lnTo>
                    <a:pt x="1033" y="3532"/>
                  </a:lnTo>
                  <a:lnTo>
                    <a:pt x="3532" y="2499"/>
                  </a:lnTo>
                  <a:lnTo>
                    <a:pt x="250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6" name="Google Shape;2396;p34"/>
            <p:cNvSpPr/>
            <p:nvPr/>
          </p:nvSpPr>
          <p:spPr>
            <a:xfrm>
              <a:off x="1691187" y="424307"/>
              <a:ext cx="3142761" cy="3458248"/>
            </a:xfrm>
            <a:custGeom>
              <a:avLst/>
              <a:gdLst/>
              <a:ahLst/>
              <a:cxnLst/>
              <a:rect l="l" t="t" r="r" b="b"/>
              <a:pathLst>
                <a:path w="17134" h="18854" extrusionOk="0">
                  <a:moveTo>
                    <a:pt x="12099" y="1"/>
                  </a:moveTo>
                  <a:lnTo>
                    <a:pt x="0" y="14714"/>
                  </a:lnTo>
                  <a:lnTo>
                    <a:pt x="5034" y="18854"/>
                  </a:lnTo>
                  <a:lnTo>
                    <a:pt x="17134" y="4141"/>
                  </a:lnTo>
                  <a:lnTo>
                    <a:pt x="120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7" name="Google Shape;2397;p34"/>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8" name="Google Shape;2398;p34"/>
            <p:cNvSpPr/>
            <p:nvPr/>
          </p:nvSpPr>
          <p:spPr>
            <a:xfrm>
              <a:off x="2436066" y="560774"/>
              <a:ext cx="1568813" cy="1878063"/>
            </a:xfrm>
            <a:custGeom>
              <a:avLst/>
              <a:gdLst/>
              <a:ahLst/>
              <a:cxnLst/>
              <a:rect l="l" t="t" r="r" b="b"/>
              <a:pathLst>
                <a:path w="8553" h="10239" extrusionOk="0">
                  <a:moveTo>
                    <a:pt x="8143" y="1"/>
                  </a:moveTo>
                  <a:lnTo>
                    <a:pt x="1" y="9902"/>
                  </a:lnTo>
                  <a:lnTo>
                    <a:pt x="411" y="10239"/>
                  </a:lnTo>
                  <a:lnTo>
                    <a:pt x="8553" y="338"/>
                  </a:lnTo>
                  <a:lnTo>
                    <a:pt x="8143"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9" name="Google Shape;2399;p34"/>
            <p:cNvSpPr/>
            <p:nvPr/>
          </p:nvSpPr>
          <p:spPr>
            <a:xfrm>
              <a:off x="2579869" y="819216"/>
              <a:ext cx="1453440" cy="1737745"/>
            </a:xfrm>
            <a:custGeom>
              <a:avLst/>
              <a:gdLst/>
              <a:ahLst/>
              <a:cxnLst/>
              <a:rect l="l" t="t" r="r" b="b"/>
              <a:pathLst>
                <a:path w="7924" h="9474" extrusionOk="0">
                  <a:moveTo>
                    <a:pt x="7514" y="0"/>
                  </a:moveTo>
                  <a:lnTo>
                    <a:pt x="0" y="9137"/>
                  </a:lnTo>
                  <a:lnTo>
                    <a:pt x="410" y="9474"/>
                  </a:lnTo>
                  <a:lnTo>
                    <a:pt x="7923" y="337"/>
                  </a:lnTo>
                  <a:lnTo>
                    <a:pt x="75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0" name="Google Shape;2400;p34"/>
            <p:cNvSpPr/>
            <p:nvPr/>
          </p:nvSpPr>
          <p:spPr>
            <a:xfrm>
              <a:off x="2723489" y="1065185"/>
              <a:ext cx="1348522" cy="1610083"/>
            </a:xfrm>
            <a:custGeom>
              <a:avLst/>
              <a:gdLst/>
              <a:ahLst/>
              <a:cxnLst/>
              <a:rect l="l" t="t" r="r" b="b"/>
              <a:pathLst>
                <a:path w="7352" h="8778" extrusionOk="0">
                  <a:moveTo>
                    <a:pt x="6942" y="1"/>
                  </a:moveTo>
                  <a:lnTo>
                    <a:pt x="1" y="8441"/>
                  </a:lnTo>
                  <a:lnTo>
                    <a:pt x="410" y="8778"/>
                  </a:lnTo>
                  <a:lnTo>
                    <a:pt x="7352" y="338"/>
                  </a:lnTo>
                  <a:lnTo>
                    <a:pt x="6942"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1" name="Google Shape;2401;p34"/>
            <p:cNvSpPr/>
            <p:nvPr/>
          </p:nvSpPr>
          <p:spPr>
            <a:xfrm>
              <a:off x="3079328" y="1997520"/>
              <a:ext cx="822100" cy="969938"/>
            </a:xfrm>
            <a:custGeom>
              <a:avLst/>
              <a:gdLst/>
              <a:ahLst/>
              <a:cxnLst/>
              <a:rect l="l" t="t" r="r" b="b"/>
              <a:pathLst>
                <a:path w="4482" h="5288" extrusionOk="0">
                  <a:moveTo>
                    <a:pt x="4071" y="1"/>
                  </a:moveTo>
                  <a:lnTo>
                    <a:pt x="0" y="4951"/>
                  </a:lnTo>
                  <a:lnTo>
                    <a:pt x="410" y="5288"/>
                  </a:lnTo>
                  <a:lnTo>
                    <a:pt x="4482" y="337"/>
                  </a:lnTo>
                  <a:lnTo>
                    <a:pt x="407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2" name="Google Shape;2402;p34"/>
            <p:cNvSpPr/>
            <p:nvPr/>
          </p:nvSpPr>
          <p:spPr>
            <a:xfrm>
              <a:off x="3886204" y="1581885"/>
              <a:ext cx="356757" cy="404080"/>
            </a:xfrm>
            <a:custGeom>
              <a:avLst/>
              <a:gdLst/>
              <a:ahLst/>
              <a:cxnLst/>
              <a:rect l="l" t="t" r="r" b="b"/>
              <a:pathLst>
                <a:path w="1945" h="2203" extrusionOk="0">
                  <a:moveTo>
                    <a:pt x="1534" y="1"/>
                  </a:moveTo>
                  <a:lnTo>
                    <a:pt x="1" y="1866"/>
                  </a:lnTo>
                  <a:lnTo>
                    <a:pt x="411" y="2203"/>
                  </a:lnTo>
                  <a:lnTo>
                    <a:pt x="1944" y="338"/>
                  </a:lnTo>
                  <a:lnTo>
                    <a:pt x="153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3" name="Google Shape;2403;p34"/>
            <p:cNvSpPr/>
            <p:nvPr/>
          </p:nvSpPr>
          <p:spPr>
            <a:xfrm>
              <a:off x="2969825" y="1907643"/>
              <a:ext cx="822100" cy="969938"/>
            </a:xfrm>
            <a:custGeom>
              <a:avLst/>
              <a:gdLst/>
              <a:ahLst/>
              <a:cxnLst/>
              <a:rect l="l" t="t" r="r" b="b"/>
              <a:pathLst>
                <a:path w="4482" h="5288" extrusionOk="0">
                  <a:moveTo>
                    <a:pt x="4071" y="0"/>
                  </a:moveTo>
                  <a:lnTo>
                    <a:pt x="0" y="4951"/>
                  </a:lnTo>
                  <a:lnTo>
                    <a:pt x="410" y="5287"/>
                  </a:lnTo>
                  <a:lnTo>
                    <a:pt x="4482" y="337"/>
                  </a:lnTo>
                  <a:lnTo>
                    <a:pt x="40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4" name="Google Shape;2404;p34"/>
            <p:cNvSpPr/>
            <p:nvPr/>
          </p:nvSpPr>
          <p:spPr>
            <a:xfrm>
              <a:off x="2003923" y="2701495"/>
              <a:ext cx="550451" cy="639961"/>
            </a:xfrm>
            <a:custGeom>
              <a:avLst/>
              <a:gdLst/>
              <a:ahLst/>
              <a:cxnLst/>
              <a:rect l="l" t="t" r="r" b="b"/>
              <a:pathLst>
                <a:path w="3001" h="3489" extrusionOk="0">
                  <a:moveTo>
                    <a:pt x="2591" y="1"/>
                  </a:moveTo>
                  <a:lnTo>
                    <a:pt x="0" y="3152"/>
                  </a:lnTo>
                  <a:lnTo>
                    <a:pt x="410" y="3489"/>
                  </a:lnTo>
                  <a:lnTo>
                    <a:pt x="3001" y="338"/>
                  </a:lnTo>
                  <a:lnTo>
                    <a:pt x="259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5" name="Google Shape;2405;p34"/>
            <p:cNvSpPr/>
            <p:nvPr/>
          </p:nvSpPr>
          <p:spPr>
            <a:xfrm>
              <a:off x="1894419" y="2611618"/>
              <a:ext cx="550451" cy="639961"/>
            </a:xfrm>
            <a:custGeom>
              <a:avLst/>
              <a:gdLst/>
              <a:ahLst/>
              <a:cxnLst/>
              <a:rect l="l" t="t" r="r" b="b"/>
              <a:pathLst>
                <a:path w="3001" h="3489" extrusionOk="0">
                  <a:moveTo>
                    <a:pt x="2591" y="0"/>
                  </a:moveTo>
                  <a:lnTo>
                    <a:pt x="0" y="3151"/>
                  </a:lnTo>
                  <a:lnTo>
                    <a:pt x="410" y="3488"/>
                  </a:lnTo>
                  <a:lnTo>
                    <a:pt x="3001" y="337"/>
                  </a:lnTo>
                  <a:lnTo>
                    <a:pt x="25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6" name="Google Shape;2406;p34"/>
            <p:cNvSpPr/>
            <p:nvPr/>
          </p:nvSpPr>
          <p:spPr>
            <a:xfrm>
              <a:off x="4128505" y="999703"/>
              <a:ext cx="452320" cy="432510"/>
            </a:xfrm>
            <a:custGeom>
              <a:avLst/>
              <a:gdLst/>
              <a:ahLst/>
              <a:cxnLst/>
              <a:rect l="l" t="t" r="r" b="b"/>
              <a:pathLst>
                <a:path w="2466" h="2358" extrusionOk="0">
                  <a:moveTo>
                    <a:pt x="1230" y="0"/>
                  </a:moveTo>
                  <a:cubicBezTo>
                    <a:pt x="1187" y="0"/>
                    <a:pt x="1144" y="19"/>
                    <a:pt x="1115" y="56"/>
                  </a:cubicBezTo>
                  <a:cubicBezTo>
                    <a:pt x="1082" y="100"/>
                    <a:pt x="1062" y="153"/>
                    <a:pt x="1062" y="207"/>
                  </a:cubicBezTo>
                  <a:lnTo>
                    <a:pt x="1053" y="766"/>
                  </a:lnTo>
                  <a:lnTo>
                    <a:pt x="32" y="1406"/>
                  </a:lnTo>
                  <a:cubicBezTo>
                    <a:pt x="15" y="1417"/>
                    <a:pt x="3" y="1437"/>
                    <a:pt x="1" y="1456"/>
                  </a:cubicBezTo>
                  <a:lnTo>
                    <a:pt x="3" y="1509"/>
                  </a:lnTo>
                  <a:cubicBezTo>
                    <a:pt x="4" y="1536"/>
                    <a:pt x="25" y="1556"/>
                    <a:pt x="50" y="1556"/>
                  </a:cubicBezTo>
                  <a:cubicBezTo>
                    <a:pt x="56" y="1556"/>
                    <a:pt x="63" y="1555"/>
                    <a:pt x="69" y="1552"/>
                  </a:cubicBezTo>
                  <a:lnTo>
                    <a:pt x="1044" y="1141"/>
                  </a:lnTo>
                  <a:lnTo>
                    <a:pt x="1110" y="2004"/>
                  </a:lnTo>
                  <a:lnTo>
                    <a:pt x="1108" y="2005"/>
                  </a:lnTo>
                  <a:lnTo>
                    <a:pt x="1110" y="2037"/>
                  </a:lnTo>
                  <a:lnTo>
                    <a:pt x="861" y="2242"/>
                  </a:lnTo>
                  <a:cubicBezTo>
                    <a:pt x="854" y="2247"/>
                    <a:pt x="851" y="2254"/>
                    <a:pt x="847" y="2261"/>
                  </a:cubicBezTo>
                  <a:lnTo>
                    <a:pt x="854" y="2323"/>
                  </a:lnTo>
                  <a:cubicBezTo>
                    <a:pt x="856" y="2343"/>
                    <a:pt x="873" y="2358"/>
                    <a:pt x="892" y="2358"/>
                  </a:cubicBezTo>
                  <a:cubicBezTo>
                    <a:pt x="898" y="2358"/>
                    <a:pt x="904" y="2356"/>
                    <a:pt x="909" y="2354"/>
                  </a:cubicBezTo>
                  <a:lnTo>
                    <a:pt x="1134" y="2247"/>
                  </a:lnTo>
                  <a:cubicBezTo>
                    <a:pt x="1134" y="2247"/>
                    <a:pt x="1158" y="2277"/>
                    <a:pt x="1189" y="2298"/>
                  </a:cubicBezTo>
                  <a:cubicBezTo>
                    <a:pt x="1202" y="2308"/>
                    <a:pt x="1218" y="2314"/>
                    <a:pt x="1234" y="2314"/>
                  </a:cubicBezTo>
                  <a:cubicBezTo>
                    <a:pt x="1250" y="2314"/>
                    <a:pt x="1266" y="2308"/>
                    <a:pt x="1280" y="2298"/>
                  </a:cubicBezTo>
                  <a:cubicBezTo>
                    <a:pt x="1311" y="2276"/>
                    <a:pt x="1336" y="2247"/>
                    <a:pt x="1336" y="2247"/>
                  </a:cubicBezTo>
                  <a:lnTo>
                    <a:pt x="1561" y="2352"/>
                  </a:lnTo>
                  <a:cubicBezTo>
                    <a:pt x="1566" y="2355"/>
                    <a:pt x="1571" y="2356"/>
                    <a:pt x="1577" y="2356"/>
                  </a:cubicBezTo>
                  <a:cubicBezTo>
                    <a:pt x="1596" y="2356"/>
                    <a:pt x="1613" y="2340"/>
                    <a:pt x="1615" y="2320"/>
                  </a:cubicBezTo>
                  <a:lnTo>
                    <a:pt x="1620" y="2259"/>
                  </a:lnTo>
                  <a:cubicBezTo>
                    <a:pt x="1618" y="2250"/>
                    <a:pt x="1614" y="2244"/>
                    <a:pt x="1608" y="2239"/>
                  </a:cubicBezTo>
                  <a:lnTo>
                    <a:pt x="1357" y="2036"/>
                  </a:lnTo>
                  <a:lnTo>
                    <a:pt x="1359" y="2004"/>
                  </a:lnTo>
                  <a:lnTo>
                    <a:pt x="1357" y="2002"/>
                  </a:lnTo>
                  <a:lnTo>
                    <a:pt x="1422" y="1139"/>
                  </a:lnTo>
                  <a:lnTo>
                    <a:pt x="2398" y="1546"/>
                  </a:lnTo>
                  <a:cubicBezTo>
                    <a:pt x="2404" y="1548"/>
                    <a:pt x="2410" y="1550"/>
                    <a:pt x="2416" y="1550"/>
                  </a:cubicBezTo>
                  <a:cubicBezTo>
                    <a:pt x="2441" y="1550"/>
                    <a:pt x="2463" y="1529"/>
                    <a:pt x="2464" y="1503"/>
                  </a:cubicBezTo>
                  <a:lnTo>
                    <a:pt x="2466" y="1450"/>
                  </a:lnTo>
                  <a:cubicBezTo>
                    <a:pt x="2464" y="1428"/>
                    <a:pt x="2452" y="1410"/>
                    <a:pt x="2435" y="1399"/>
                  </a:cubicBezTo>
                  <a:lnTo>
                    <a:pt x="1411" y="765"/>
                  </a:lnTo>
                  <a:lnTo>
                    <a:pt x="1400" y="201"/>
                  </a:lnTo>
                  <a:cubicBezTo>
                    <a:pt x="1398" y="149"/>
                    <a:pt x="1380" y="100"/>
                    <a:pt x="1348" y="59"/>
                  </a:cubicBezTo>
                  <a:lnTo>
                    <a:pt x="1344" y="56"/>
                  </a:lnTo>
                  <a:cubicBezTo>
                    <a:pt x="1315" y="19"/>
                    <a:pt x="1273" y="0"/>
                    <a:pt x="123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7" name="Google Shape;2407;p34"/>
            <p:cNvSpPr/>
            <p:nvPr/>
          </p:nvSpPr>
          <p:spPr>
            <a:xfrm>
              <a:off x="4421797" y="1149926"/>
              <a:ext cx="25679" cy="24762"/>
            </a:xfrm>
            <a:custGeom>
              <a:avLst/>
              <a:gdLst/>
              <a:ahLst/>
              <a:cxnLst/>
              <a:rect l="l" t="t" r="r" b="b"/>
              <a:pathLst>
                <a:path w="140" h="135" extrusionOk="0">
                  <a:moveTo>
                    <a:pt x="48" y="0"/>
                  </a:moveTo>
                  <a:lnTo>
                    <a:pt x="11" y="67"/>
                  </a:lnTo>
                  <a:cubicBezTo>
                    <a:pt x="0" y="86"/>
                    <a:pt x="12" y="113"/>
                    <a:pt x="37" y="127"/>
                  </a:cubicBezTo>
                  <a:cubicBezTo>
                    <a:pt x="47" y="132"/>
                    <a:pt x="58" y="135"/>
                    <a:pt x="68" y="135"/>
                  </a:cubicBezTo>
                  <a:cubicBezTo>
                    <a:pt x="83" y="135"/>
                    <a:pt x="97" y="129"/>
                    <a:pt x="105" y="118"/>
                  </a:cubicBezTo>
                  <a:lnTo>
                    <a:pt x="140" y="51"/>
                  </a:lnTo>
                  <a:lnTo>
                    <a:pt x="4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8" name="Google Shape;2408;p34"/>
            <p:cNvSpPr/>
            <p:nvPr/>
          </p:nvSpPr>
          <p:spPr>
            <a:xfrm>
              <a:off x="4476274" y="1183859"/>
              <a:ext cx="25863" cy="24762"/>
            </a:xfrm>
            <a:custGeom>
              <a:avLst/>
              <a:gdLst/>
              <a:ahLst/>
              <a:cxnLst/>
              <a:rect l="l" t="t" r="r" b="b"/>
              <a:pathLst>
                <a:path w="141" h="135" extrusionOk="0">
                  <a:moveTo>
                    <a:pt x="48" y="1"/>
                  </a:moveTo>
                  <a:lnTo>
                    <a:pt x="11" y="67"/>
                  </a:lnTo>
                  <a:cubicBezTo>
                    <a:pt x="1" y="86"/>
                    <a:pt x="12" y="114"/>
                    <a:pt x="38" y="127"/>
                  </a:cubicBezTo>
                  <a:cubicBezTo>
                    <a:pt x="48" y="132"/>
                    <a:pt x="59" y="135"/>
                    <a:pt x="69" y="135"/>
                  </a:cubicBezTo>
                  <a:cubicBezTo>
                    <a:pt x="84" y="135"/>
                    <a:pt x="96" y="129"/>
                    <a:pt x="103" y="118"/>
                  </a:cubicBezTo>
                  <a:lnTo>
                    <a:pt x="140" y="51"/>
                  </a:lnTo>
                  <a:lnTo>
                    <a:pt x="48"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9" name="Google Shape;2409;p34"/>
            <p:cNvSpPr/>
            <p:nvPr/>
          </p:nvSpPr>
          <p:spPr>
            <a:xfrm>
              <a:off x="4242594" y="1162582"/>
              <a:ext cx="25496" cy="24945"/>
            </a:xfrm>
            <a:custGeom>
              <a:avLst/>
              <a:gdLst/>
              <a:ahLst/>
              <a:cxnLst/>
              <a:rect l="l" t="t" r="r" b="b"/>
              <a:pathLst>
                <a:path w="139" h="136" extrusionOk="0">
                  <a:moveTo>
                    <a:pt x="91" y="1"/>
                  </a:moveTo>
                  <a:lnTo>
                    <a:pt x="0" y="51"/>
                  </a:lnTo>
                  <a:lnTo>
                    <a:pt x="38" y="118"/>
                  </a:lnTo>
                  <a:cubicBezTo>
                    <a:pt x="44" y="129"/>
                    <a:pt x="57" y="135"/>
                    <a:pt x="72" y="135"/>
                  </a:cubicBezTo>
                  <a:cubicBezTo>
                    <a:pt x="81" y="135"/>
                    <a:pt x="92" y="133"/>
                    <a:pt x="102" y="128"/>
                  </a:cubicBezTo>
                  <a:cubicBezTo>
                    <a:pt x="127" y="113"/>
                    <a:pt x="139" y="86"/>
                    <a:pt x="128" y="67"/>
                  </a:cubicBezTo>
                  <a:lnTo>
                    <a:pt x="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0" name="Google Shape;2410;p34"/>
            <p:cNvSpPr/>
            <p:nvPr/>
          </p:nvSpPr>
          <p:spPr>
            <a:xfrm>
              <a:off x="4187934" y="1196699"/>
              <a:ext cx="25679" cy="24945"/>
            </a:xfrm>
            <a:custGeom>
              <a:avLst/>
              <a:gdLst/>
              <a:ahLst/>
              <a:cxnLst/>
              <a:rect l="l" t="t" r="r" b="b"/>
              <a:pathLst>
                <a:path w="140" h="136" extrusionOk="0">
                  <a:moveTo>
                    <a:pt x="92" y="0"/>
                  </a:moveTo>
                  <a:lnTo>
                    <a:pt x="1" y="50"/>
                  </a:lnTo>
                  <a:lnTo>
                    <a:pt x="38" y="118"/>
                  </a:lnTo>
                  <a:cubicBezTo>
                    <a:pt x="44" y="129"/>
                    <a:pt x="56" y="135"/>
                    <a:pt x="71" y="135"/>
                  </a:cubicBezTo>
                  <a:cubicBezTo>
                    <a:pt x="81" y="135"/>
                    <a:pt x="92" y="132"/>
                    <a:pt x="102" y="126"/>
                  </a:cubicBezTo>
                  <a:cubicBezTo>
                    <a:pt x="128" y="112"/>
                    <a:pt x="140" y="86"/>
                    <a:pt x="129" y="66"/>
                  </a:cubicBezTo>
                  <a:lnTo>
                    <a:pt x="92"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1" name="Google Shape;2411;p34"/>
            <p:cNvSpPr/>
            <p:nvPr/>
          </p:nvSpPr>
          <p:spPr>
            <a:xfrm>
              <a:off x="2234485" y="2922702"/>
              <a:ext cx="698289" cy="698473"/>
            </a:xfrm>
            <a:custGeom>
              <a:avLst/>
              <a:gdLst/>
              <a:ahLst/>
              <a:cxnLst/>
              <a:rect l="l" t="t" r="r" b="b"/>
              <a:pathLst>
                <a:path w="3807" h="3808" extrusionOk="0">
                  <a:moveTo>
                    <a:pt x="1718" y="1"/>
                  </a:moveTo>
                  <a:lnTo>
                    <a:pt x="0" y="2090"/>
                  </a:lnTo>
                  <a:lnTo>
                    <a:pt x="2089" y="3807"/>
                  </a:lnTo>
                  <a:lnTo>
                    <a:pt x="3807" y="1719"/>
                  </a:lnTo>
                  <a:lnTo>
                    <a:pt x="171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2" name="Google Shape;2412;p34"/>
            <p:cNvSpPr/>
            <p:nvPr/>
          </p:nvSpPr>
          <p:spPr>
            <a:xfrm>
              <a:off x="1546834" y="306000"/>
              <a:ext cx="2362849" cy="2875148"/>
            </a:xfrm>
            <a:custGeom>
              <a:avLst/>
              <a:gdLst/>
              <a:ahLst/>
              <a:cxnLst/>
              <a:rect l="l" t="t" r="r" b="b"/>
              <a:pathLst>
                <a:path w="12882" h="15675" extrusionOk="0">
                  <a:moveTo>
                    <a:pt x="12098" y="1"/>
                  </a:moveTo>
                  <a:lnTo>
                    <a:pt x="3298" y="10702"/>
                  </a:lnTo>
                  <a:lnTo>
                    <a:pt x="3145" y="10889"/>
                  </a:lnTo>
                  <a:lnTo>
                    <a:pt x="0" y="14714"/>
                  </a:lnTo>
                  <a:lnTo>
                    <a:pt x="783" y="15357"/>
                  </a:lnTo>
                  <a:lnTo>
                    <a:pt x="3926" y="11534"/>
                  </a:lnTo>
                  <a:lnTo>
                    <a:pt x="8961" y="15674"/>
                  </a:lnTo>
                  <a:lnTo>
                    <a:pt x="9115" y="15488"/>
                  </a:lnTo>
                  <a:lnTo>
                    <a:pt x="4080" y="11348"/>
                  </a:lnTo>
                  <a:lnTo>
                    <a:pt x="12882" y="645"/>
                  </a:lnTo>
                  <a:lnTo>
                    <a:pt x="12098"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4" name="Google Shape;2413;p34"/>
          <p:cNvGrpSpPr/>
          <p:nvPr/>
        </p:nvGrpSpPr>
        <p:grpSpPr>
          <a:xfrm rot="-1309239">
            <a:off x="-628403" y="5729918"/>
            <a:ext cx="1753907" cy="1673157"/>
            <a:chOff x="936800" y="644000"/>
            <a:chExt cx="3397834" cy="3241401"/>
          </a:xfrm>
        </p:grpSpPr>
        <p:sp>
          <p:nvSpPr>
            <p:cNvPr id="2414" name="Google Shape;2414;p34"/>
            <p:cNvSpPr/>
            <p:nvPr/>
          </p:nvSpPr>
          <p:spPr>
            <a:xfrm>
              <a:off x="936800" y="644000"/>
              <a:ext cx="3397834" cy="3241401"/>
            </a:xfrm>
            <a:custGeom>
              <a:avLst/>
              <a:gdLst/>
              <a:ahLst/>
              <a:cxnLst/>
              <a:rect l="l" t="t" r="r" b="b"/>
              <a:pathLst>
                <a:path w="28454" h="27144" extrusionOk="0">
                  <a:moveTo>
                    <a:pt x="25151" y="0"/>
                  </a:moveTo>
                  <a:lnTo>
                    <a:pt x="16731" y="4241"/>
                  </a:lnTo>
                  <a:lnTo>
                    <a:pt x="8297" y="2636"/>
                  </a:lnTo>
                  <a:lnTo>
                    <a:pt x="0" y="7528"/>
                  </a:lnTo>
                  <a:lnTo>
                    <a:pt x="3282" y="27143"/>
                  </a:lnTo>
                  <a:lnTo>
                    <a:pt x="11612" y="22505"/>
                  </a:lnTo>
                  <a:lnTo>
                    <a:pt x="20028" y="24257"/>
                  </a:lnTo>
                  <a:lnTo>
                    <a:pt x="28454" y="19750"/>
                  </a:lnTo>
                  <a:lnTo>
                    <a:pt x="2515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5" name="Google Shape;2415;p34"/>
            <p:cNvSpPr/>
            <p:nvPr/>
          </p:nvSpPr>
          <p:spPr>
            <a:xfrm>
              <a:off x="1060634" y="813332"/>
              <a:ext cx="3149690" cy="2895933"/>
            </a:xfrm>
            <a:custGeom>
              <a:avLst/>
              <a:gdLst/>
              <a:ahLst/>
              <a:cxnLst/>
              <a:rect l="l" t="t" r="r" b="b"/>
              <a:pathLst>
                <a:path w="26376" h="24251" extrusionOk="0">
                  <a:moveTo>
                    <a:pt x="23394" y="0"/>
                  </a:moveTo>
                  <a:lnTo>
                    <a:pt x="15831" y="3809"/>
                  </a:lnTo>
                  <a:lnTo>
                    <a:pt x="7432" y="2211"/>
                  </a:lnTo>
                  <a:lnTo>
                    <a:pt x="1" y="6593"/>
                  </a:lnTo>
                  <a:lnTo>
                    <a:pt x="2954" y="24251"/>
                  </a:lnTo>
                  <a:lnTo>
                    <a:pt x="10424" y="20092"/>
                  </a:lnTo>
                  <a:lnTo>
                    <a:pt x="18849" y="21847"/>
                  </a:lnTo>
                  <a:lnTo>
                    <a:pt x="26375" y="17819"/>
                  </a:lnTo>
                  <a:lnTo>
                    <a:pt x="233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6" name="Google Shape;2416;p34"/>
            <p:cNvSpPr/>
            <p:nvPr/>
          </p:nvSpPr>
          <p:spPr>
            <a:xfrm>
              <a:off x="1948130" y="1077241"/>
              <a:ext cx="1363361" cy="2344952"/>
            </a:xfrm>
            <a:custGeom>
              <a:avLst/>
              <a:gdLst/>
              <a:ahLst/>
              <a:cxnLst/>
              <a:rect l="l" t="t" r="r" b="b"/>
              <a:pathLst>
                <a:path w="11417" h="19637" extrusionOk="0">
                  <a:moveTo>
                    <a:pt x="0" y="1"/>
                  </a:moveTo>
                  <a:lnTo>
                    <a:pt x="2992" y="17882"/>
                  </a:lnTo>
                  <a:lnTo>
                    <a:pt x="11417" y="19637"/>
                  </a:lnTo>
                  <a:lnTo>
                    <a:pt x="8399" y="1599"/>
                  </a:lnTo>
                  <a:lnTo>
                    <a:pt x="0" y="1"/>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7" name="Google Shape;2417;p34"/>
            <p:cNvSpPr/>
            <p:nvPr/>
          </p:nvSpPr>
          <p:spPr>
            <a:xfrm>
              <a:off x="1060634" y="1139815"/>
              <a:ext cx="3097506" cy="2569572"/>
            </a:xfrm>
            <a:custGeom>
              <a:avLst/>
              <a:gdLst/>
              <a:ahLst/>
              <a:cxnLst/>
              <a:rect l="l" t="t" r="r" b="b"/>
              <a:pathLst>
                <a:path w="25939" h="21518" extrusionOk="0">
                  <a:moveTo>
                    <a:pt x="20544" y="3424"/>
                  </a:moveTo>
                  <a:lnTo>
                    <a:pt x="21169" y="7163"/>
                  </a:lnTo>
                  <a:lnTo>
                    <a:pt x="18286" y="8550"/>
                  </a:lnTo>
                  <a:lnTo>
                    <a:pt x="17673" y="4884"/>
                  </a:lnTo>
                  <a:lnTo>
                    <a:pt x="20544" y="3424"/>
                  </a:lnTo>
                  <a:close/>
                  <a:moveTo>
                    <a:pt x="8173" y="3902"/>
                  </a:moveTo>
                  <a:lnTo>
                    <a:pt x="10917" y="4408"/>
                  </a:lnTo>
                  <a:lnTo>
                    <a:pt x="11567" y="8293"/>
                  </a:lnTo>
                  <a:lnTo>
                    <a:pt x="11567" y="8293"/>
                  </a:lnTo>
                  <a:lnTo>
                    <a:pt x="8814" y="7837"/>
                  </a:lnTo>
                  <a:lnTo>
                    <a:pt x="6186" y="9254"/>
                  </a:lnTo>
                  <a:lnTo>
                    <a:pt x="5538" y="5384"/>
                  </a:lnTo>
                  <a:lnTo>
                    <a:pt x="8173" y="3902"/>
                  </a:lnTo>
                  <a:close/>
                  <a:moveTo>
                    <a:pt x="12156" y="4634"/>
                  </a:moveTo>
                  <a:lnTo>
                    <a:pt x="16563" y="5448"/>
                  </a:lnTo>
                  <a:lnTo>
                    <a:pt x="17172" y="9088"/>
                  </a:lnTo>
                  <a:lnTo>
                    <a:pt x="17403" y="10461"/>
                  </a:lnTo>
                  <a:lnTo>
                    <a:pt x="17452" y="10754"/>
                  </a:lnTo>
                  <a:lnTo>
                    <a:pt x="18127" y="14788"/>
                  </a:lnTo>
                  <a:lnTo>
                    <a:pt x="18127" y="14788"/>
                  </a:lnTo>
                  <a:lnTo>
                    <a:pt x="13732" y="14060"/>
                  </a:lnTo>
                  <a:lnTo>
                    <a:pt x="12156" y="4634"/>
                  </a:lnTo>
                  <a:close/>
                  <a:moveTo>
                    <a:pt x="9045" y="9210"/>
                  </a:moveTo>
                  <a:lnTo>
                    <a:pt x="11806" y="9719"/>
                  </a:lnTo>
                  <a:lnTo>
                    <a:pt x="12498" y="13856"/>
                  </a:lnTo>
                  <a:lnTo>
                    <a:pt x="12498" y="13856"/>
                  </a:lnTo>
                  <a:lnTo>
                    <a:pt x="9763" y="13403"/>
                  </a:lnTo>
                  <a:lnTo>
                    <a:pt x="7119" y="14829"/>
                  </a:lnTo>
                  <a:lnTo>
                    <a:pt x="6279" y="9810"/>
                  </a:lnTo>
                  <a:lnTo>
                    <a:pt x="6279" y="9810"/>
                  </a:lnTo>
                  <a:lnTo>
                    <a:pt x="6426" y="10684"/>
                  </a:lnTo>
                  <a:lnTo>
                    <a:pt x="9045" y="9210"/>
                  </a:lnTo>
                  <a:close/>
                  <a:moveTo>
                    <a:pt x="4508" y="5962"/>
                  </a:moveTo>
                  <a:lnTo>
                    <a:pt x="6085" y="15386"/>
                  </a:lnTo>
                  <a:lnTo>
                    <a:pt x="3304" y="16884"/>
                  </a:lnTo>
                  <a:lnTo>
                    <a:pt x="1739" y="7522"/>
                  </a:lnTo>
                  <a:lnTo>
                    <a:pt x="4508" y="5962"/>
                  </a:lnTo>
                  <a:close/>
                  <a:moveTo>
                    <a:pt x="10180" y="0"/>
                  </a:moveTo>
                  <a:lnTo>
                    <a:pt x="10679" y="2980"/>
                  </a:lnTo>
                  <a:lnTo>
                    <a:pt x="7944" y="2527"/>
                  </a:lnTo>
                  <a:lnTo>
                    <a:pt x="5300" y="3954"/>
                  </a:lnTo>
                  <a:lnTo>
                    <a:pt x="4810" y="1025"/>
                  </a:lnTo>
                  <a:lnTo>
                    <a:pt x="3784" y="1631"/>
                  </a:lnTo>
                  <a:lnTo>
                    <a:pt x="4267" y="4510"/>
                  </a:lnTo>
                  <a:lnTo>
                    <a:pt x="1486" y="6009"/>
                  </a:lnTo>
                  <a:lnTo>
                    <a:pt x="1025" y="3257"/>
                  </a:lnTo>
                  <a:lnTo>
                    <a:pt x="1" y="3861"/>
                  </a:lnTo>
                  <a:lnTo>
                    <a:pt x="452" y="6566"/>
                  </a:lnTo>
                  <a:lnTo>
                    <a:pt x="710" y="8103"/>
                  </a:lnTo>
                  <a:lnTo>
                    <a:pt x="2272" y="17443"/>
                  </a:lnTo>
                  <a:lnTo>
                    <a:pt x="2529" y="18979"/>
                  </a:lnTo>
                  <a:lnTo>
                    <a:pt x="2954" y="21518"/>
                  </a:lnTo>
                  <a:lnTo>
                    <a:pt x="3984" y="20945"/>
                  </a:lnTo>
                  <a:lnTo>
                    <a:pt x="3559" y="18401"/>
                  </a:lnTo>
                  <a:lnTo>
                    <a:pt x="6329" y="16841"/>
                  </a:lnTo>
                  <a:lnTo>
                    <a:pt x="6756" y="19401"/>
                  </a:lnTo>
                  <a:lnTo>
                    <a:pt x="7786" y="18829"/>
                  </a:lnTo>
                  <a:lnTo>
                    <a:pt x="7358" y="16264"/>
                  </a:lnTo>
                  <a:lnTo>
                    <a:pt x="9992" y="14780"/>
                  </a:lnTo>
                  <a:lnTo>
                    <a:pt x="12737" y="15287"/>
                  </a:lnTo>
                  <a:lnTo>
                    <a:pt x="13179" y="17934"/>
                  </a:lnTo>
                  <a:lnTo>
                    <a:pt x="14423" y="18192"/>
                  </a:lnTo>
                  <a:lnTo>
                    <a:pt x="13975" y="15515"/>
                  </a:lnTo>
                  <a:lnTo>
                    <a:pt x="18383" y="16329"/>
                  </a:lnTo>
                  <a:lnTo>
                    <a:pt x="18849" y="19116"/>
                  </a:lnTo>
                  <a:lnTo>
                    <a:pt x="19953" y="18524"/>
                  </a:lnTo>
                  <a:lnTo>
                    <a:pt x="19493" y="15763"/>
                  </a:lnTo>
                  <a:lnTo>
                    <a:pt x="25939" y="12486"/>
                  </a:lnTo>
                  <a:lnTo>
                    <a:pt x="25694" y="11018"/>
                  </a:lnTo>
                  <a:lnTo>
                    <a:pt x="19238" y="14238"/>
                  </a:lnTo>
                  <a:lnTo>
                    <a:pt x="18517" y="9925"/>
                  </a:lnTo>
                  <a:lnTo>
                    <a:pt x="24988" y="6786"/>
                  </a:lnTo>
                  <a:lnTo>
                    <a:pt x="24762" y="5438"/>
                  </a:lnTo>
                  <a:lnTo>
                    <a:pt x="21891" y="6820"/>
                  </a:lnTo>
                  <a:lnTo>
                    <a:pt x="21263" y="3065"/>
                  </a:lnTo>
                  <a:lnTo>
                    <a:pt x="24120" y="1608"/>
                  </a:lnTo>
                  <a:lnTo>
                    <a:pt x="23868" y="97"/>
                  </a:lnTo>
                  <a:lnTo>
                    <a:pt x="17418" y="3353"/>
                  </a:lnTo>
                  <a:lnTo>
                    <a:pt x="16943" y="516"/>
                  </a:lnTo>
                  <a:lnTo>
                    <a:pt x="15832" y="1076"/>
                  </a:lnTo>
                  <a:lnTo>
                    <a:pt x="16307" y="3913"/>
                  </a:lnTo>
                  <a:lnTo>
                    <a:pt x="11913" y="3186"/>
                  </a:lnTo>
                  <a:lnTo>
                    <a:pt x="11420" y="236"/>
                  </a:lnTo>
                  <a:lnTo>
                    <a:pt x="101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8" name="Google Shape;2418;p34"/>
            <p:cNvSpPr/>
            <p:nvPr/>
          </p:nvSpPr>
          <p:spPr>
            <a:xfrm>
              <a:off x="1816773" y="1592998"/>
              <a:ext cx="145567" cy="249697"/>
            </a:xfrm>
            <a:custGeom>
              <a:avLst/>
              <a:gdLst/>
              <a:ahLst/>
              <a:cxnLst/>
              <a:rect l="l" t="t" r="r" b="b"/>
              <a:pathLst>
                <a:path w="1219" h="2091" extrusionOk="0">
                  <a:moveTo>
                    <a:pt x="582" y="315"/>
                  </a:moveTo>
                  <a:cubicBezTo>
                    <a:pt x="734" y="315"/>
                    <a:pt x="868" y="424"/>
                    <a:pt x="894" y="580"/>
                  </a:cubicBezTo>
                  <a:cubicBezTo>
                    <a:pt x="921" y="749"/>
                    <a:pt x="805" y="911"/>
                    <a:pt x="633" y="937"/>
                  </a:cubicBezTo>
                  <a:cubicBezTo>
                    <a:pt x="622" y="938"/>
                    <a:pt x="608" y="939"/>
                    <a:pt x="596" y="940"/>
                  </a:cubicBezTo>
                  <a:cubicBezTo>
                    <a:pt x="591" y="941"/>
                    <a:pt x="586" y="941"/>
                    <a:pt x="581" y="941"/>
                  </a:cubicBezTo>
                  <a:cubicBezTo>
                    <a:pt x="430" y="941"/>
                    <a:pt x="298" y="831"/>
                    <a:pt x="274" y="677"/>
                  </a:cubicBezTo>
                  <a:cubicBezTo>
                    <a:pt x="249" y="518"/>
                    <a:pt x="347" y="369"/>
                    <a:pt x="498" y="326"/>
                  </a:cubicBezTo>
                  <a:cubicBezTo>
                    <a:pt x="510" y="322"/>
                    <a:pt x="521" y="320"/>
                    <a:pt x="533" y="319"/>
                  </a:cubicBezTo>
                  <a:cubicBezTo>
                    <a:pt x="550" y="316"/>
                    <a:pt x="566" y="315"/>
                    <a:pt x="582" y="315"/>
                  </a:cubicBezTo>
                  <a:close/>
                  <a:moveTo>
                    <a:pt x="584" y="0"/>
                  </a:moveTo>
                  <a:cubicBezTo>
                    <a:pt x="539" y="0"/>
                    <a:pt x="494" y="5"/>
                    <a:pt x="450" y="15"/>
                  </a:cubicBezTo>
                  <a:cubicBezTo>
                    <a:pt x="217" y="66"/>
                    <a:pt x="12" y="255"/>
                    <a:pt x="8" y="551"/>
                  </a:cubicBezTo>
                  <a:cubicBezTo>
                    <a:pt x="0" y="874"/>
                    <a:pt x="176" y="1349"/>
                    <a:pt x="771" y="2038"/>
                  </a:cubicBezTo>
                  <a:cubicBezTo>
                    <a:pt x="786" y="2055"/>
                    <a:pt x="802" y="2074"/>
                    <a:pt x="818" y="2091"/>
                  </a:cubicBezTo>
                  <a:cubicBezTo>
                    <a:pt x="1194" y="1211"/>
                    <a:pt x="1219" y="688"/>
                    <a:pt x="1111" y="375"/>
                  </a:cubicBezTo>
                  <a:cubicBezTo>
                    <a:pt x="1021" y="118"/>
                    <a:pt x="803" y="0"/>
                    <a:pt x="58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9" name="Google Shape;2419;p34"/>
            <p:cNvSpPr/>
            <p:nvPr/>
          </p:nvSpPr>
          <p:spPr>
            <a:xfrm>
              <a:off x="1888423" y="1866938"/>
              <a:ext cx="67111" cy="23047"/>
            </a:xfrm>
            <a:custGeom>
              <a:avLst/>
              <a:gdLst/>
              <a:ahLst/>
              <a:cxnLst/>
              <a:rect l="l" t="t" r="r" b="b"/>
              <a:pathLst>
                <a:path w="562" h="193" extrusionOk="0">
                  <a:moveTo>
                    <a:pt x="396" y="0"/>
                  </a:moveTo>
                  <a:cubicBezTo>
                    <a:pt x="357" y="0"/>
                    <a:pt x="313" y="4"/>
                    <a:pt x="267" y="11"/>
                  </a:cubicBezTo>
                  <a:cubicBezTo>
                    <a:pt x="117" y="37"/>
                    <a:pt x="0" y="95"/>
                    <a:pt x="8" y="142"/>
                  </a:cubicBezTo>
                  <a:cubicBezTo>
                    <a:pt x="13" y="175"/>
                    <a:pt x="75" y="193"/>
                    <a:pt x="162" y="193"/>
                  </a:cubicBezTo>
                  <a:cubicBezTo>
                    <a:pt x="202" y="193"/>
                    <a:pt x="247" y="189"/>
                    <a:pt x="295" y="181"/>
                  </a:cubicBezTo>
                  <a:cubicBezTo>
                    <a:pt x="445" y="155"/>
                    <a:pt x="561" y="97"/>
                    <a:pt x="554" y="51"/>
                  </a:cubicBezTo>
                  <a:cubicBezTo>
                    <a:pt x="548" y="18"/>
                    <a:pt x="484" y="0"/>
                    <a:pt x="39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0" name="Google Shape;2420;p34"/>
            <p:cNvSpPr/>
            <p:nvPr/>
          </p:nvSpPr>
          <p:spPr>
            <a:xfrm>
              <a:off x="3401537" y="2314987"/>
              <a:ext cx="145686" cy="249816"/>
            </a:xfrm>
            <a:custGeom>
              <a:avLst/>
              <a:gdLst/>
              <a:ahLst/>
              <a:cxnLst/>
              <a:rect l="l" t="t" r="r" b="b"/>
              <a:pathLst>
                <a:path w="1220" h="2092" extrusionOk="0">
                  <a:moveTo>
                    <a:pt x="583" y="316"/>
                  </a:moveTo>
                  <a:cubicBezTo>
                    <a:pt x="735" y="316"/>
                    <a:pt x="869" y="426"/>
                    <a:pt x="894" y="581"/>
                  </a:cubicBezTo>
                  <a:cubicBezTo>
                    <a:pt x="922" y="750"/>
                    <a:pt x="805" y="911"/>
                    <a:pt x="635" y="938"/>
                  </a:cubicBezTo>
                  <a:cubicBezTo>
                    <a:pt x="622" y="939"/>
                    <a:pt x="609" y="940"/>
                    <a:pt x="598" y="941"/>
                  </a:cubicBezTo>
                  <a:cubicBezTo>
                    <a:pt x="593" y="941"/>
                    <a:pt x="588" y="941"/>
                    <a:pt x="583" y="941"/>
                  </a:cubicBezTo>
                  <a:cubicBezTo>
                    <a:pt x="431" y="941"/>
                    <a:pt x="299" y="832"/>
                    <a:pt x="274" y="678"/>
                  </a:cubicBezTo>
                  <a:cubicBezTo>
                    <a:pt x="249" y="519"/>
                    <a:pt x="348" y="370"/>
                    <a:pt x="498" y="327"/>
                  </a:cubicBezTo>
                  <a:cubicBezTo>
                    <a:pt x="510" y="324"/>
                    <a:pt x="523" y="321"/>
                    <a:pt x="535" y="319"/>
                  </a:cubicBezTo>
                  <a:cubicBezTo>
                    <a:pt x="551" y="317"/>
                    <a:pt x="567" y="316"/>
                    <a:pt x="583" y="316"/>
                  </a:cubicBezTo>
                  <a:close/>
                  <a:moveTo>
                    <a:pt x="584" y="1"/>
                  </a:moveTo>
                  <a:cubicBezTo>
                    <a:pt x="539" y="1"/>
                    <a:pt x="493" y="6"/>
                    <a:pt x="449" y="16"/>
                  </a:cubicBezTo>
                  <a:cubicBezTo>
                    <a:pt x="216" y="68"/>
                    <a:pt x="12" y="255"/>
                    <a:pt x="7" y="553"/>
                  </a:cubicBezTo>
                  <a:cubicBezTo>
                    <a:pt x="0" y="875"/>
                    <a:pt x="175" y="1349"/>
                    <a:pt x="770" y="2038"/>
                  </a:cubicBezTo>
                  <a:cubicBezTo>
                    <a:pt x="785" y="2056"/>
                    <a:pt x="801" y="2074"/>
                    <a:pt x="817" y="2092"/>
                  </a:cubicBezTo>
                  <a:cubicBezTo>
                    <a:pt x="1196" y="1212"/>
                    <a:pt x="1219" y="688"/>
                    <a:pt x="1110" y="377"/>
                  </a:cubicBezTo>
                  <a:cubicBezTo>
                    <a:pt x="1020" y="119"/>
                    <a:pt x="802" y="1"/>
                    <a:pt x="5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1" name="Google Shape;2421;p34"/>
            <p:cNvSpPr/>
            <p:nvPr/>
          </p:nvSpPr>
          <p:spPr>
            <a:xfrm>
              <a:off x="3473067" y="2589046"/>
              <a:ext cx="67111" cy="23047"/>
            </a:xfrm>
            <a:custGeom>
              <a:avLst/>
              <a:gdLst/>
              <a:ahLst/>
              <a:cxnLst/>
              <a:rect l="l" t="t" r="r" b="b"/>
              <a:pathLst>
                <a:path w="562" h="193" extrusionOk="0">
                  <a:moveTo>
                    <a:pt x="400" y="0"/>
                  </a:moveTo>
                  <a:cubicBezTo>
                    <a:pt x="360" y="0"/>
                    <a:pt x="315" y="4"/>
                    <a:pt x="267" y="12"/>
                  </a:cubicBezTo>
                  <a:cubicBezTo>
                    <a:pt x="117" y="36"/>
                    <a:pt x="1" y="95"/>
                    <a:pt x="9" y="142"/>
                  </a:cubicBezTo>
                  <a:cubicBezTo>
                    <a:pt x="14" y="174"/>
                    <a:pt x="76" y="192"/>
                    <a:pt x="162" y="192"/>
                  </a:cubicBezTo>
                  <a:cubicBezTo>
                    <a:pt x="202" y="192"/>
                    <a:pt x="248" y="188"/>
                    <a:pt x="295" y="180"/>
                  </a:cubicBezTo>
                  <a:cubicBezTo>
                    <a:pt x="445" y="156"/>
                    <a:pt x="562" y="97"/>
                    <a:pt x="554" y="50"/>
                  </a:cubicBezTo>
                  <a:cubicBezTo>
                    <a:pt x="548" y="18"/>
                    <a:pt x="486" y="0"/>
                    <a:pt x="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2" name="Google Shape;2422;p34"/>
            <p:cNvSpPr/>
            <p:nvPr/>
          </p:nvSpPr>
          <p:spPr>
            <a:xfrm>
              <a:off x="1583077" y="3103012"/>
              <a:ext cx="145686" cy="249816"/>
            </a:xfrm>
            <a:custGeom>
              <a:avLst/>
              <a:gdLst/>
              <a:ahLst/>
              <a:cxnLst/>
              <a:rect l="l" t="t" r="r" b="b"/>
              <a:pathLst>
                <a:path w="1220" h="2092" extrusionOk="0">
                  <a:moveTo>
                    <a:pt x="583" y="316"/>
                  </a:moveTo>
                  <a:cubicBezTo>
                    <a:pt x="734" y="316"/>
                    <a:pt x="869" y="425"/>
                    <a:pt x="894" y="581"/>
                  </a:cubicBezTo>
                  <a:cubicBezTo>
                    <a:pt x="922" y="749"/>
                    <a:pt x="806" y="909"/>
                    <a:pt x="634" y="938"/>
                  </a:cubicBezTo>
                  <a:cubicBezTo>
                    <a:pt x="622" y="939"/>
                    <a:pt x="608" y="940"/>
                    <a:pt x="597" y="941"/>
                  </a:cubicBezTo>
                  <a:cubicBezTo>
                    <a:pt x="592" y="941"/>
                    <a:pt x="587" y="941"/>
                    <a:pt x="582" y="941"/>
                  </a:cubicBezTo>
                  <a:cubicBezTo>
                    <a:pt x="430" y="941"/>
                    <a:pt x="298" y="831"/>
                    <a:pt x="275" y="678"/>
                  </a:cubicBezTo>
                  <a:cubicBezTo>
                    <a:pt x="249" y="519"/>
                    <a:pt x="347" y="369"/>
                    <a:pt x="498" y="327"/>
                  </a:cubicBezTo>
                  <a:cubicBezTo>
                    <a:pt x="510" y="323"/>
                    <a:pt x="522" y="320"/>
                    <a:pt x="534" y="319"/>
                  </a:cubicBezTo>
                  <a:cubicBezTo>
                    <a:pt x="550" y="317"/>
                    <a:pt x="567" y="316"/>
                    <a:pt x="583" y="316"/>
                  </a:cubicBezTo>
                  <a:close/>
                  <a:moveTo>
                    <a:pt x="585" y="1"/>
                  </a:moveTo>
                  <a:cubicBezTo>
                    <a:pt x="540" y="1"/>
                    <a:pt x="495" y="6"/>
                    <a:pt x="451" y="15"/>
                  </a:cubicBezTo>
                  <a:cubicBezTo>
                    <a:pt x="217" y="67"/>
                    <a:pt x="13" y="255"/>
                    <a:pt x="8" y="552"/>
                  </a:cubicBezTo>
                  <a:cubicBezTo>
                    <a:pt x="1" y="875"/>
                    <a:pt x="176" y="1349"/>
                    <a:pt x="771" y="2038"/>
                  </a:cubicBezTo>
                  <a:cubicBezTo>
                    <a:pt x="786" y="2055"/>
                    <a:pt x="802" y="2074"/>
                    <a:pt x="818" y="2091"/>
                  </a:cubicBezTo>
                  <a:cubicBezTo>
                    <a:pt x="1195" y="1212"/>
                    <a:pt x="1219" y="688"/>
                    <a:pt x="1112" y="376"/>
                  </a:cubicBezTo>
                  <a:cubicBezTo>
                    <a:pt x="1021" y="119"/>
                    <a:pt x="804" y="1"/>
                    <a:pt x="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3" name="Google Shape;2423;p34"/>
            <p:cNvSpPr/>
            <p:nvPr/>
          </p:nvSpPr>
          <p:spPr>
            <a:xfrm>
              <a:off x="1654607" y="3376833"/>
              <a:ext cx="67111" cy="23047"/>
            </a:xfrm>
            <a:custGeom>
              <a:avLst/>
              <a:gdLst/>
              <a:ahLst/>
              <a:cxnLst/>
              <a:rect l="l" t="t" r="r" b="b"/>
              <a:pathLst>
                <a:path w="562" h="193" extrusionOk="0">
                  <a:moveTo>
                    <a:pt x="398" y="0"/>
                  </a:moveTo>
                  <a:cubicBezTo>
                    <a:pt x="358" y="0"/>
                    <a:pt x="314" y="4"/>
                    <a:pt x="267" y="12"/>
                  </a:cubicBezTo>
                  <a:cubicBezTo>
                    <a:pt x="116" y="37"/>
                    <a:pt x="1" y="96"/>
                    <a:pt x="8" y="143"/>
                  </a:cubicBezTo>
                  <a:cubicBezTo>
                    <a:pt x="13" y="174"/>
                    <a:pt x="76" y="192"/>
                    <a:pt x="164" y="192"/>
                  </a:cubicBezTo>
                  <a:cubicBezTo>
                    <a:pt x="203" y="192"/>
                    <a:pt x="248" y="189"/>
                    <a:pt x="295" y="181"/>
                  </a:cubicBezTo>
                  <a:cubicBezTo>
                    <a:pt x="445" y="156"/>
                    <a:pt x="562" y="97"/>
                    <a:pt x="553" y="50"/>
                  </a:cubicBezTo>
                  <a:cubicBezTo>
                    <a:pt x="548" y="18"/>
                    <a:pt x="485" y="0"/>
                    <a:pt x="3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24" name="Google Shape;2424;p34"/>
          <p:cNvSpPr/>
          <p:nvPr/>
        </p:nvSpPr>
        <p:spPr>
          <a:xfrm>
            <a:off x="5968200" y="-485000"/>
            <a:ext cx="3193243" cy="1419984"/>
          </a:xfrm>
          <a:custGeom>
            <a:avLst/>
            <a:gdLst/>
            <a:ahLst/>
            <a:cxnLst/>
            <a:rect l="l" t="t" r="r" b="b"/>
            <a:pathLst>
              <a:path w="50510" h="22461" fill="none" extrusionOk="0">
                <a:moveTo>
                  <a:pt x="4938" y="2301"/>
                </a:moveTo>
                <a:cubicBezTo>
                  <a:pt x="4938" y="2301"/>
                  <a:pt x="0" y="7475"/>
                  <a:pt x="5128" y="15874"/>
                </a:cubicBezTo>
                <a:cubicBezTo>
                  <a:pt x="5128" y="15874"/>
                  <a:pt x="9575" y="22461"/>
                  <a:pt x="16976" y="17787"/>
                </a:cubicBezTo>
                <a:cubicBezTo>
                  <a:pt x="18640" y="16545"/>
                  <a:pt x="20622" y="15532"/>
                  <a:pt x="22624" y="14987"/>
                </a:cubicBezTo>
                <a:cubicBezTo>
                  <a:pt x="27121" y="13763"/>
                  <a:pt x="31216" y="16768"/>
                  <a:pt x="35411" y="17807"/>
                </a:cubicBezTo>
                <a:cubicBezTo>
                  <a:pt x="38253" y="18512"/>
                  <a:pt x="41637" y="17704"/>
                  <a:pt x="44281" y="16320"/>
                </a:cubicBezTo>
                <a:cubicBezTo>
                  <a:pt x="49842" y="13406"/>
                  <a:pt x="50118" y="5671"/>
                  <a:pt x="50510" y="0"/>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5" name="Google Shape;2425;p34"/>
          <p:cNvGrpSpPr/>
          <p:nvPr/>
        </p:nvGrpSpPr>
        <p:grpSpPr>
          <a:xfrm rot="-1588054" flipH="1">
            <a:off x="10926237" y="-739885"/>
            <a:ext cx="1633099" cy="1886981"/>
            <a:chOff x="725975" y="580175"/>
            <a:chExt cx="3328618" cy="3846085"/>
          </a:xfrm>
        </p:grpSpPr>
        <p:sp>
          <p:nvSpPr>
            <p:cNvPr id="2426" name="Google Shape;2426;p34"/>
            <p:cNvSpPr/>
            <p:nvPr/>
          </p:nvSpPr>
          <p:spPr>
            <a:xfrm>
              <a:off x="726139" y="580832"/>
              <a:ext cx="3328454" cy="3845428"/>
            </a:xfrm>
            <a:custGeom>
              <a:avLst/>
              <a:gdLst/>
              <a:ahLst/>
              <a:cxnLst/>
              <a:rect l="l" t="t" r="r" b="b"/>
              <a:pathLst>
                <a:path w="20255" h="23401" extrusionOk="0">
                  <a:moveTo>
                    <a:pt x="8446" y="1"/>
                  </a:moveTo>
                  <a:lnTo>
                    <a:pt x="1" y="18241"/>
                  </a:lnTo>
                  <a:lnTo>
                    <a:pt x="10888" y="23282"/>
                  </a:lnTo>
                  <a:cubicBezTo>
                    <a:pt x="11062" y="23363"/>
                    <a:pt x="11244" y="23401"/>
                    <a:pt x="11424" y="23401"/>
                  </a:cubicBezTo>
                  <a:cubicBezTo>
                    <a:pt x="11908" y="23401"/>
                    <a:pt x="12371" y="23125"/>
                    <a:pt x="12588" y="22658"/>
                  </a:cubicBezTo>
                  <a:lnTo>
                    <a:pt x="19957" y="6742"/>
                  </a:lnTo>
                  <a:cubicBezTo>
                    <a:pt x="20255" y="6102"/>
                    <a:pt x="19975" y="5340"/>
                    <a:pt x="19334" y="5043"/>
                  </a:cubicBezTo>
                  <a:lnTo>
                    <a:pt x="844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7" name="Google Shape;2427;p34"/>
            <p:cNvSpPr/>
            <p:nvPr/>
          </p:nvSpPr>
          <p:spPr>
            <a:xfrm>
              <a:off x="726304" y="580175"/>
              <a:ext cx="2377983" cy="3455479"/>
            </a:xfrm>
            <a:custGeom>
              <a:avLst/>
              <a:gdLst/>
              <a:ahLst/>
              <a:cxnLst/>
              <a:rect l="l" t="t" r="r" b="b"/>
              <a:pathLst>
                <a:path w="14471" h="21028" extrusionOk="0">
                  <a:moveTo>
                    <a:pt x="8446" y="0"/>
                  </a:moveTo>
                  <a:lnTo>
                    <a:pt x="1" y="18237"/>
                  </a:lnTo>
                  <a:lnTo>
                    <a:pt x="6025" y="21028"/>
                  </a:lnTo>
                  <a:lnTo>
                    <a:pt x="14471" y="2790"/>
                  </a:lnTo>
                  <a:lnTo>
                    <a:pt x="8446" y="0"/>
                  </a:lnTo>
                  <a:close/>
                </a:path>
              </a:pathLst>
            </a:custGeom>
            <a:solidFill>
              <a:srgbClr val="963500">
                <a:alpha val="3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8" name="Google Shape;2428;p34"/>
            <p:cNvSpPr/>
            <p:nvPr/>
          </p:nvSpPr>
          <p:spPr>
            <a:xfrm>
              <a:off x="725975" y="580175"/>
              <a:ext cx="1562590" cy="3077854"/>
            </a:xfrm>
            <a:custGeom>
              <a:avLst/>
              <a:gdLst/>
              <a:ahLst/>
              <a:cxnLst/>
              <a:rect l="l" t="t" r="r" b="b"/>
              <a:pathLst>
                <a:path w="9509" h="18730" extrusionOk="0">
                  <a:moveTo>
                    <a:pt x="8446" y="0"/>
                  </a:moveTo>
                  <a:lnTo>
                    <a:pt x="1" y="18238"/>
                  </a:lnTo>
                  <a:lnTo>
                    <a:pt x="1063" y="18730"/>
                  </a:lnTo>
                  <a:lnTo>
                    <a:pt x="9508" y="492"/>
                  </a:lnTo>
                  <a:lnTo>
                    <a:pt x="844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9" name="Google Shape;2429;p34"/>
            <p:cNvSpPr/>
            <p:nvPr/>
          </p:nvSpPr>
          <p:spPr>
            <a:xfrm>
              <a:off x="1577516" y="2620953"/>
              <a:ext cx="1396291" cy="712031"/>
            </a:xfrm>
            <a:custGeom>
              <a:avLst/>
              <a:gdLst/>
              <a:ahLst/>
              <a:cxnLst/>
              <a:rect l="l" t="t" r="r" b="b"/>
              <a:pathLst>
                <a:path w="8497" h="4333" extrusionOk="0">
                  <a:moveTo>
                    <a:pt x="235" y="1"/>
                  </a:moveTo>
                  <a:lnTo>
                    <a:pt x="0"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0" name="Google Shape;2430;p34"/>
            <p:cNvSpPr/>
            <p:nvPr/>
          </p:nvSpPr>
          <p:spPr>
            <a:xfrm>
              <a:off x="1485493" y="2819296"/>
              <a:ext cx="1396291" cy="712031"/>
            </a:xfrm>
            <a:custGeom>
              <a:avLst/>
              <a:gdLst/>
              <a:ahLst/>
              <a:cxnLst/>
              <a:rect l="l" t="t" r="r" b="b"/>
              <a:pathLst>
                <a:path w="8497" h="4333" extrusionOk="0">
                  <a:moveTo>
                    <a:pt x="235" y="1"/>
                  </a:moveTo>
                  <a:lnTo>
                    <a:pt x="1" y="507"/>
                  </a:lnTo>
                  <a:lnTo>
                    <a:pt x="8262" y="4333"/>
                  </a:lnTo>
                  <a:lnTo>
                    <a:pt x="8496" y="3826"/>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1" name="Google Shape;2431;p34"/>
            <p:cNvSpPr/>
            <p:nvPr/>
          </p:nvSpPr>
          <p:spPr>
            <a:xfrm>
              <a:off x="1393798" y="3017967"/>
              <a:ext cx="1396126" cy="712195"/>
            </a:xfrm>
            <a:custGeom>
              <a:avLst/>
              <a:gdLst/>
              <a:ahLst/>
              <a:cxnLst/>
              <a:rect l="l" t="t" r="r" b="b"/>
              <a:pathLst>
                <a:path w="8496" h="4334" extrusionOk="0">
                  <a:moveTo>
                    <a:pt x="235" y="1"/>
                  </a:moveTo>
                  <a:lnTo>
                    <a:pt x="0" y="507"/>
                  </a:lnTo>
                  <a:lnTo>
                    <a:pt x="8261" y="4333"/>
                  </a:lnTo>
                  <a:lnTo>
                    <a:pt x="8496" y="3827"/>
                  </a:lnTo>
                  <a:lnTo>
                    <a:pt x="23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2" name="Google Shape;2432;p34"/>
            <p:cNvSpPr/>
            <p:nvPr/>
          </p:nvSpPr>
          <p:spPr>
            <a:xfrm>
              <a:off x="2072632" y="1651423"/>
              <a:ext cx="1161960" cy="1019816"/>
            </a:xfrm>
            <a:custGeom>
              <a:avLst/>
              <a:gdLst/>
              <a:ahLst/>
              <a:cxnLst/>
              <a:rect l="l" t="t" r="r" b="b"/>
              <a:pathLst>
                <a:path w="7071" h="6206" extrusionOk="0">
                  <a:moveTo>
                    <a:pt x="3537" y="280"/>
                  </a:moveTo>
                  <a:cubicBezTo>
                    <a:pt x="3941" y="280"/>
                    <a:pt x="4344" y="367"/>
                    <a:pt x="4724" y="543"/>
                  </a:cubicBezTo>
                  <a:cubicBezTo>
                    <a:pt x="6137" y="1198"/>
                    <a:pt x="6753" y="2879"/>
                    <a:pt x="6100" y="4292"/>
                  </a:cubicBezTo>
                  <a:cubicBezTo>
                    <a:pt x="5622" y="5322"/>
                    <a:pt x="4599" y="5929"/>
                    <a:pt x="3532" y="5929"/>
                  </a:cubicBezTo>
                  <a:cubicBezTo>
                    <a:pt x="3135" y="5929"/>
                    <a:pt x="2733" y="5845"/>
                    <a:pt x="2350" y="5667"/>
                  </a:cubicBezTo>
                  <a:cubicBezTo>
                    <a:pt x="1665" y="5351"/>
                    <a:pt x="1145" y="4786"/>
                    <a:pt x="886" y="4078"/>
                  </a:cubicBezTo>
                  <a:cubicBezTo>
                    <a:pt x="625" y="3370"/>
                    <a:pt x="656" y="2604"/>
                    <a:pt x="973" y="1918"/>
                  </a:cubicBezTo>
                  <a:cubicBezTo>
                    <a:pt x="1291" y="1234"/>
                    <a:pt x="1856" y="714"/>
                    <a:pt x="2564" y="453"/>
                  </a:cubicBezTo>
                  <a:cubicBezTo>
                    <a:pt x="2881" y="336"/>
                    <a:pt x="3210" y="280"/>
                    <a:pt x="3537" y="280"/>
                  </a:cubicBezTo>
                  <a:close/>
                  <a:moveTo>
                    <a:pt x="3539" y="0"/>
                  </a:moveTo>
                  <a:cubicBezTo>
                    <a:pt x="3178" y="0"/>
                    <a:pt x="2817" y="64"/>
                    <a:pt x="2468" y="191"/>
                  </a:cubicBezTo>
                  <a:cubicBezTo>
                    <a:pt x="1690" y="477"/>
                    <a:pt x="1068" y="1048"/>
                    <a:pt x="720" y="1800"/>
                  </a:cubicBezTo>
                  <a:cubicBezTo>
                    <a:pt x="1" y="3353"/>
                    <a:pt x="679" y="5201"/>
                    <a:pt x="2231" y="5920"/>
                  </a:cubicBezTo>
                  <a:cubicBezTo>
                    <a:pt x="2652" y="6114"/>
                    <a:pt x="3095" y="6206"/>
                    <a:pt x="3531" y="6206"/>
                  </a:cubicBezTo>
                  <a:cubicBezTo>
                    <a:pt x="4703" y="6206"/>
                    <a:pt x="5828" y="5539"/>
                    <a:pt x="6351" y="4408"/>
                  </a:cubicBezTo>
                  <a:cubicBezTo>
                    <a:pt x="7071" y="2856"/>
                    <a:pt x="6393" y="1007"/>
                    <a:pt x="4840" y="288"/>
                  </a:cubicBezTo>
                  <a:cubicBezTo>
                    <a:pt x="4425" y="96"/>
                    <a:pt x="3983" y="0"/>
                    <a:pt x="353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3" name="Google Shape;2433;p34"/>
            <p:cNvSpPr/>
            <p:nvPr/>
          </p:nvSpPr>
          <p:spPr>
            <a:xfrm>
              <a:off x="2156603" y="2048766"/>
              <a:ext cx="886054" cy="439412"/>
            </a:xfrm>
            <a:custGeom>
              <a:avLst/>
              <a:gdLst/>
              <a:ahLst/>
              <a:cxnLst/>
              <a:rect l="l" t="t" r="r" b="b"/>
              <a:pathLst>
                <a:path w="5392" h="2674" extrusionOk="0">
                  <a:moveTo>
                    <a:pt x="238" y="1"/>
                  </a:moveTo>
                  <a:lnTo>
                    <a:pt x="0" y="147"/>
                  </a:lnTo>
                  <a:cubicBezTo>
                    <a:pt x="1383" y="2397"/>
                    <a:pt x="3751" y="2674"/>
                    <a:pt x="4828" y="2674"/>
                  </a:cubicBezTo>
                  <a:cubicBezTo>
                    <a:pt x="5169" y="2674"/>
                    <a:pt x="5382" y="2646"/>
                    <a:pt x="5391" y="2645"/>
                  </a:cubicBezTo>
                  <a:lnTo>
                    <a:pt x="5352" y="2368"/>
                  </a:lnTo>
                  <a:cubicBezTo>
                    <a:pt x="5344" y="2369"/>
                    <a:pt x="5145" y="2395"/>
                    <a:pt x="4823" y="2395"/>
                  </a:cubicBezTo>
                  <a:cubicBezTo>
                    <a:pt x="3803" y="2395"/>
                    <a:pt x="1550" y="2134"/>
                    <a:pt x="2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4" name="Google Shape;2434;p34"/>
            <p:cNvSpPr/>
            <p:nvPr/>
          </p:nvSpPr>
          <p:spPr>
            <a:xfrm>
              <a:off x="2279190" y="1661940"/>
              <a:ext cx="462746" cy="873401"/>
            </a:xfrm>
            <a:custGeom>
              <a:avLst/>
              <a:gdLst/>
              <a:ahLst/>
              <a:cxnLst/>
              <a:rect l="l" t="t" r="r" b="b"/>
              <a:pathLst>
                <a:path w="2816" h="5315" extrusionOk="0">
                  <a:moveTo>
                    <a:pt x="2647" y="0"/>
                  </a:moveTo>
                  <a:cubicBezTo>
                    <a:pt x="2620" y="19"/>
                    <a:pt x="1" y="2024"/>
                    <a:pt x="185" y="5314"/>
                  </a:cubicBezTo>
                  <a:lnTo>
                    <a:pt x="466" y="5299"/>
                  </a:lnTo>
                  <a:cubicBezTo>
                    <a:pt x="290" y="2160"/>
                    <a:pt x="2790" y="243"/>
                    <a:pt x="2816" y="224"/>
                  </a:cubicBezTo>
                  <a:lnTo>
                    <a:pt x="2647"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5" name="Google Shape;2435;p34"/>
            <p:cNvSpPr/>
            <p:nvPr/>
          </p:nvSpPr>
          <p:spPr>
            <a:xfrm>
              <a:off x="2262758" y="1838920"/>
              <a:ext cx="886054" cy="439576"/>
            </a:xfrm>
            <a:custGeom>
              <a:avLst/>
              <a:gdLst/>
              <a:ahLst/>
              <a:cxnLst/>
              <a:rect l="l" t="t" r="r" b="b"/>
              <a:pathLst>
                <a:path w="5392" h="2675" extrusionOk="0">
                  <a:moveTo>
                    <a:pt x="564" y="1"/>
                  </a:moveTo>
                  <a:cubicBezTo>
                    <a:pt x="221" y="1"/>
                    <a:pt x="9" y="29"/>
                    <a:pt x="1" y="30"/>
                  </a:cubicBezTo>
                  <a:lnTo>
                    <a:pt x="39" y="307"/>
                  </a:lnTo>
                  <a:cubicBezTo>
                    <a:pt x="47" y="306"/>
                    <a:pt x="247" y="280"/>
                    <a:pt x="570" y="280"/>
                  </a:cubicBezTo>
                  <a:cubicBezTo>
                    <a:pt x="1591" y="280"/>
                    <a:pt x="3842" y="541"/>
                    <a:pt x="5153" y="2674"/>
                  </a:cubicBezTo>
                  <a:lnTo>
                    <a:pt x="5391" y="2527"/>
                  </a:lnTo>
                  <a:cubicBezTo>
                    <a:pt x="4008" y="277"/>
                    <a:pt x="1641" y="1"/>
                    <a:pt x="5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6" name="Google Shape;2436;p34"/>
            <p:cNvSpPr/>
            <p:nvPr/>
          </p:nvSpPr>
          <p:spPr>
            <a:xfrm>
              <a:off x="2563311" y="1792087"/>
              <a:ext cx="462582" cy="873565"/>
            </a:xfrm>
            <a:custGeom>
              <a:avLst/>
              <a:gdLst/>
              <a:ahLst/>
              <a:cxnLst/>
              <a:rect l="l" t="t" r="r" b="b"/>
              <a:pathLst>
                <a:path w="2815" h="5316" extrusionOk="0">
                  <a:moveTo>
                    <a:pt x="2628" y="1"/>
                  </a:moveTo>
                  <a:lnTo>
                    <a:pt x="2350" y="16"/>
                  </a:lnTo>
                  <a:cubicBezTo>
                    <a:pt x="2525" y="3155"/>
                    <a:pt x="25" y="5073"/>
                    <a:pt x="0" y="5092"/>
                  </a:cubicBezTo>
                  <a:lnTo>
                    <a:pt x="168" y="5316"/>
                  </a:lnTo>
                  <a:cubicBezTo>
                    <a:pt x="194" y="5295"/>
                    <a:pt x="2815" y="3292"/>
                    <a:pt x="262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7" name="Google Shape;2437;p34"/>
            <p:cNvSpPr/>
            <p:nvPr/>
          </p:nvSpPr>
          <p:spPr>
            <a:xfrm>
              <a:off x="2428563" y="1711074"/>
              <a:ext cx="451079" cy="903308"/>
            </a:xfrm>
            <a:custGeom>
              <a:avLst/>
              <a:gdLst/>
              <a:ahLst/>
              <a:cxnLst/>
              <a:rect l="l" t="t" r="r" b="b"/>
              <a:pathLst>
                <a:path w="2745" h="5497" extrusionOk="0">
                  <a:moveTo>
                    <a:pt x="2491" y="1"/>
                  </a:moveTo>
                  <a:lnTo>
                    <a:pt x="0" y="5379"/>
                  </a:lnTo>
                  <a:lnTo>
                    <a:pt x="254" y="5496"/>
                  </a:lnTo>
                  <a:lnTo>
                    <a:pt x="2745" y="118"/>
                  </a:lnTo>
                  <a:lnTo>
                    <a:pt x="249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8" name="Google Shape;2438;p34"/>
            <p:cNvSpPr/>
            <p:nvPr/>
          </p:nvSpPr>
          <p:spPr>
            <a:xfrm>
              <a:off x="2201135" y="1935216"/>
              <a:ext cx="903144" cy="451243"/>
            </a:xfrm>
            <a:custGeom>
              <a:avLst/>
              <a:gdLst/>
              <a:ahLst/>
              <a:cxnLst/>
              <a:rect l="l" t="t" r="r" b="b"/>
              <a:pathLst>
                <a:path w="5496" h="2746" extrusionOk="0">
                  <a:moveTo>
                    <a:pt x="117" y="1"/>
                  </a:moveTo>
                  <a:lnTo>
                    <a:pt x="0" y="254"/>
                  </a:lnTo>
                  <a:lnTo>
                    <a:pt x="5378" y="2745"/>
                  </a:lnTo>
                  <a:lnTo>
                    <a:pt x="5496" y="2491"/>
                  </a:lnTo>
                  <a:lnTo>
                    <a:pt x="11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9" name="Google Shape;2439;p34"/>
            <p:cNvSpPr/>
            <p:nvPr/>
          </p:nvSpPr>
          <p:spPr>
            <a:xfrm>
              <a:off x="2114042" y="580832"/>
              <a:ext cx="1885987" cy="847108"/>
            </a:xfrm>
            <a:custGeom>
              <a:avLst/>
              <a:gdLst/>
              <a:ahLst/>
              <a:cxnLst/>
              <a:rect l="l" t="t" r="r" b="b"/>
              <a:pathLst>
                <a:path w="11477" h="5155" extrusionOk="0">
                  <a:moveTo>
                    <a:pt x="0" y="1"/>
                  </a:moveTo>
                  <a:lnTo>
                    <a:pt x="11130" y="5155"/>
                  </a:lnTo>
                  <a:lnTo>
                    <a:pt x="11221" y="4935"/>
                  </a:lnTo>
                  <a:cubicBezTo>
                    <a:pt x="11476" y="4322"/>
                    <a:pt x="11153" y="3620"/>
                    <a:pt x="10522" y="3416"/>
                  </a:cubicBez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40" name="Google Shape;2440;p34"/>
          <p:cNvSpPr/>
          <p:nvPr/>
        </p:nvSpPr>
        <p:spPr>
          <a:xfrm rot="-225818" flipH="1">
            <a:off x="2176223" y="5877425"/>
            <a:ext cx="4355396" cy="1579129"/>
          </a:xfrm>
          <a:custGeom>
            <a:avLst/>
            <a:gdLst/>
            <a:ahLst/>
            <a:cxnLst/>
            <a:rect l="l" t="t" r="r" b="b"/>
            <a:pathLst>
              <a:path w="53041" h="19231" fill="none" extrusionOk="0">
                <a:moveTo>
                  <a:pt x="53040" y="14789"/>
                </a:moveTo>
                <a:cubicBezTo>
                  <a:pt x="53040" y="14789"/>
                  <a:pt x="49618" y="17159"/>
                  <a:pt x="41611" y="7597"/>
                </a:cubicBezTo>
                <a:cubicBezTo>
                  <a:pt x="39545" y="5131"/>
                  <a:pt x="36120" y="1533"/>
                  <a:pt x="32481" y="2245"/>
                </a:cubicBezTo>
                <a:cubicBezTo>
                  <a:pt x="31418" y="2453"/>
                  <a:pt x="29859" y="3206"/>
                  <a:pt x="29615" y="4305"/>
                </a:cubicBezTo>
                <a:cubicBezTo>
                  <a:pt x="29228" y="6051"/>
                  <a:pt x="31316" y="6683"/>
                  <a:pt x="32165" y="5721"/>
                </a:cubicBezTo>
                <a:cubicBezTo>
                  <a:pt x="33756" y="3916"/>
                  <a:pt x="30902" y="2404"/>
                  <a:pt x="29468" y="1989"/>
                </a:cubicBezTo>
                <a:cubicBezTo>
                  <a:pt x="22600" y="1"/>
                  <a:pt x="23994" y="8233"/>
                  <a:pt x="15235" y="13731"/>
                </a:cubicBezTo>
                <a:cubicBezTo>
                  <a:pt x="6476" y="19230"/>
                  <a:pt x="1" y="17179"/>
                  <a:pt x="1" y="17179"/>
                </a:cubicBezTo>
              </a:path>
            </a:pathLst>
          </a:custGeom>
          <a:noFill/>
          <a:ln w="19050" cap="flat" cmpd="sng">
            <a:solidFill>
              <a:srgbClr val="692300"/>
            </a:solidFill>
            <a:prstDash val="dash"/>
            <a:miter lim="1066"/>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xmlns="" val="2686147315"/>
      </p:ext>
    </p:extLst>
  </p:cSld>
  <p:clrMapOvr>
    <a:masterClrMapping/>
  </p:clrMapOvr>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532"/>
        <p:cNvGrpSpPr/>
        <p:nvPr/>
      </p:nvGrpSpPr>
      <p:grpSpPr>
        <a:xfrm>
          <a:off x="0" y="0"/>
          <a:ext cx="0" cy="0"/>
          <a:chOff x="0" y="0"/>
          <a:chExt cx="0" cy="0"/>
        </a:xfrm>
      </p:grpSpPr>
    </p:spTree>
    <p:extLst>
      <p:ext uri="{BB962C8B-B14F-4D97-AF65-F5344CB8AC3E}">
        <p14:creationId xmlns:p14="http://schemas.microsoft.com/office/powerpoint/2010/main" xmlns="" val="18939973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533"/>
        <p:cNvGrpSpPr/>
        <p:nvPr/>
      </p:nvGrpSpPr>
      <p:grpSpPr>
        <a:xfrm>
          <a:off x="0" y="0"/>
          <a:ext cx="0" cy="0"/>
          <a:chOff x="0" y="0"/>
          <a:chExt cx="0" cy="0"/>
        </a:xfrm>
      </p:grpSpPr>
      <p:sp>
        <p:nvSpPr>
          <p:cNvPr id="2534" name="Google Shape;2534;p38"/>
          <p:cNvSpPr txBox="1">
            <a:spLocks noGrp="1"/>
          </p:cNvSpPr>
          <p:nvPr>
            <p:ph type="title"/>
          </p:nvPr>
        </p:nvSpPr>
        <p:spPr>
          <a:xfrm>
            <a:off x="960000" y="681367"/>
            <a:ext cx="102720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xmlns="" val="3395820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967967" y="593367"/>
            <a:ext cx="102560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Work Sans"/>
              <a:buNone/>
              <a:defRPr sz="3500" b="1">
                <a:solidFill>
                  <a:schemeClr val="dk1"/>
                </a:solidFill>
                <a:latin typeface="Work Sans"/>
                <a:ea typeface="Work Sans"/>
                <a:cs typeface="Work Sans"/>
                <a:sym typeface="Work Sans"/>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967967" y="1536633"/>
            <a:ext cx="102560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1pPr>
            <a:lvl2pPr marL="914400" lvl="1" indent="-317500">
              <a:lnSpc>
                <a:spcPct val="115000"/>
              </a:lnSpc>
              <a:spcBef>
                <a:spcPts val="1600"/>
              </a:spcBef>
              <a:spcAft>
                <a:spcPts val="0"/>
              </a:spcAft>
              <a:buClr>
                <a:schemeClr val="dk1"/>
              </a:buClr>
              <a:buSzPts val="1400"/>
              <a:buFont typeface="Inter"/>
              <a:buChar char="○"/>
              <a:defRPr>
                <a:solidFill>
                  <a:schemeClr val="dk1"/>
                </a:solidFill>
                <a:latin typeface="Inter"/>
                <a:ea typeface="Inter"/>
                <a:cs typeface="Inter"/>
                <a:sym typeface="Inter"/>
              </a:defRPr>
            </a:lvl2pPr>
            <a:lvl3pPr marL="1371600" lvl="2" indent="-317500">
              <a:lnSpc>
                <a:spcPct val="115000"/>
              </a:lnSpc>
              <a:spcBef>
                <a:spcPts val="1600"/>
              </a:spcBef>
              <a:spcAft>
                <a:spcPts val="0"/>
              </a:spcAft>
              <a:buClr>
                <a:schemeClr val="dk1"/>
              </a:buClr>
              <a:buSzPts val="1400"/>
              <a:buFont typeface="Inter"/>
              <a:buChar char="■"/>
              <a:defRPr>
                <a:solidFill>
                  <a:schemeClr val="dk1"/>
                </a:solidFill>
                <a:latin typeface="Inter"/>
                <a:ea typeface="Inter"/>
                <a:cs typeface="Inter"/>
                <a:sym typeface="Inter"/>
              </a:defRPr>
            </a:lvl3pPr>
            <a:lvl4pPr marL="1828800" lvl="3" indent="-317500">
              <a:lnSpc>
                <a:spcPct val="115000"/>
              </a:lnSpc>
              <a:spcBef>
                <a:spcPts val="1600"/>
              </a:spcBef>
              <a:spcAft>
                <a:spcPts val="0"/>
              </a:spcAft>
              <a:buClr>
                <a:schemeClr val="dk1"/>
              </a:buClr>
              <a:buSzPts val="1400"/>
              <a:buFont typeface="Inter"/>
              <a:buChar char="●"/>
              <a:defRPr>
                <a:solidFill>
                  <a:schemeClr val="dk1"/>
                </a:solidFill>
                <a:latin typeface="Inter"/>
                <a:ea typeface="Inter"/>
                <a:cs typeface="Inter"/>
                <a:sym typeface="Inter"/>
              </a:defRPr>
            </a:lvl4pPr>
            <a:lvl5pPr marL="2286000" lvl="4" indent="-317500">
              <a:lnSpc>
                <a:spcPct val="115000"/>
              </a:lnSpc>
              <a:spcBef>
                <a:spcPts val="1600"/>
              </a:spcBef>
              <a:spcAft>
                <a:spcPts val="0"/>
              </a:spcAft>
              <a:buClr>
                <a:schemeClr val="dk1"/>
              </a:buClr>
              <a:buSzPts val="1400"/>
              <a:buFont typeface="Inter"/>
              <a:buChar char="○"/>
              <a:defRPr>
                <a:solidFill>
                  <a:schemeClr val="dk1"/>
                </a:solidFill>
                <a:latin typeface="Inter"/>
                <a:ea typeface="Inter"/>
                <a:cs typeface="Inter"/>
                <a:sym typeface="Inter"/>
              </a:defRPr>
            </a:lvl5pPr>
            <a:lvl6pPr marL="2743200" lvl="5" indent="-317500">
              <a:lnSpc>
                <a:spcPct val="115000"/>
              </a:lnSpc>
              <a:spcBef>
                <a:spcPts val="1600"/>
              </a:spcBef>
              <a:spcAft>
                <a:spcPts val="0"/>
              </a:spcAft>
              <a:buClr>
                <a:schemeClr val="dk1"/>
              </a:buClr>
              <a:buSzPts val="1400"/>
              <a:buFont typeface="Inter"/>
              <a:buChar char="■"/>
              <a:defRPr>
                <a:solidFill>
                  <a:schemeClr val="dk1"/>
                </a:solidFill>
                <a:latin typeface="Inter"/>
                <a:ea typeface="Inter"/>
                <a:cs typeface="Inter"/>
                <a:sym typeface="Inter"/>
              </a:defRPr>
            </a:lvl6pPr>
            <a:lvl7pPr marL="3200400" lvl="6" indent="-317500">
              <a:lnSpc>
                <a:spcPct val="115000"/>
              </a:lnSpc>
              <a:spcBef>
                <a:spcPts val="1600"/>
              </a:spcBef>
              <a:spcAft>
                <a:spcPts val="0"/>
              </a:spcAft>
              <a:buClr>
                <a:schemeClr val="dk1"/>
              </a:buClr>
              <a:buSzPts val="1400"/>
              <a:buFont typeface="Inter"/>
              <a:buChar char="●"/>
              <a:defRPr>
                <a:solidFill>
                  <a:schemeClr val="dk1"/>
                </a:solidFill>
                <a:latin typeface="Inter"/>
                <a:ea typeface="Inter"/>
                <a:cs typeface="Inter"/>
                <a:sym typeface="Inter"/>
              </a:defRPr>
            </a:lvl7pPr>
            <a:lvl8pPr marL="3657600" lvl="7" indent="-317500">
              <a:lnSpc>
                <a:spcPct val="115000"/>
              </a:lnSpc>
              <a:spcBef>
                <a:spcPts val="1600"/>
              </a:spcBef>
              <a:spcAft>
                <a:spcPts val="0"/>
              </a:spcAft>
              <a:buClr>
                <a:schemeClr val="dk1"/>
              </a:buClr>
              <a:buSzPts val="1400"/>
              <a:buFont typeface="Inter"/>
              <a:buChar char="○"/>
              <a:defRPr>
                <a:solidFill>
                  <a:schemeClr val="dk1"/>
                </a:solidFill>
                <a:latin typeface="Inter"/>
                <a:ea typeface="Inter"/>
                <a:cs typeface="Inter"/>
                <a:sym typeface="Inter"/>
              </a:defRPr>
            </a:lvl8pPr>
            <a:lvl9pPr marL="4114800" lvl="8" indent="-317500">
              <a:lnSpc>
                <a:spcPct val="115000"/>
              </a:lnSpc>
              <a:spcBef>
                <a:spcPts val="1600"/>
              </a:spcBef>
              <a:spcAft>
                <a:spcPts val="1600"/>
              </a:spcAft>
              <a:buClr>
                <a:schemeClr val="dk1"/>
              </a:buClr>
              <a:buSzPts val="1400"/>
              <a:buFont typeface="Inter"/>
              <a:buChar char="■"/>
              <a:defRPr>
                <a:solidFill>
                  <a:schemeClr val="dk1"/>
                </a:solidFill>
                <a:latin typeface="Inter"/>
                <a:ea typeface="Inter"/>
                <a:cs typeface="Inter"/>
                <a:sym typeface="Inter"/>
              </a:defRPr>
            </a:lvl9pPr>
          </a:lstStyle>
          <a:p>
            <a:endParaRPr/>
          </a:p>
        </p:txBody>
      </p:sp>
    </p:spTree>
    <p:extLst>
      <p:ext uri="{BB962C8B-B14F-4D97-AF65-F5344CB8AC3E}">
        <p14:creationId xmlns:p14="http://schemas.microsoft.com/office/powerpoint/2010/main" xmlns="" val="723313650"/>
      </p:ext>
    </p:extLst>
  </p:cSld>
  <p:clrMap bg1="lt1" tx1="dk1" bg2="dk2" tx2="lt2" accent1="accent1" accent2="accent2" accent3="accent3" accent4="accent4" accent5="accent5" accent6="accent6" hlink="hlink" folHlink="folHlink"/>
  <p:sldLayoutIdLst>
    <p:sldLayoutId id="2147483834" r:id="rId1"/>
    <p:sldLayoutId id="2147483835"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 id="2147483852" r:id="rId18"/>
    <p:sldLayoutId id="2147483853" r:id="rId19"/>
    <p:sldLayoutId id="2147483854" r:id="rId20"/>
    <p:sldLayoutId id="2147483855" r:id="rId21"/>
    <p:sldLayoutId id="2147483856" r:id="rId22"/>
    <p:sldLayoutId id="2147483857" r:id="rId23"/>
    <p:sldLayoutId id="2147483858" r:id="rId24"/>
    <p:sldLayoutId id="2147483860" r:id="rId25"/>
    <p:sldLayoutId id="2147483862" r:id="rId26"/>
    <p:sldLayoutId id="2147483863" r:id="rId27"/>
    <p:sldLayoutId id="2147483864" r:id="rId28"/>
    <p:sldLayoutId id="2147483865" r:id="rId29"/>
    <p:sldLayoutId id="2147483868" r:id="rId30"/>
    <p:sldLayoutId id="2147483872" r:id="rId31"/>
  </p:sldLayoutIdLst>
  <mc:AlternateContent xmlns:mc="http://schemas.openxmlformats.org/markup-compatibility/2006">
    <mc:Choice xmlns:p14="http://schemas.microsoft.com/office/powerpoint/2010/main" xmlns="" Requires="p14">
      <p:transition spd="slow">
        <p14:reveal/>
      </p:transition>
    </mc:Choice>
    <mc:Fallback>
      <p:transition spd="slow">
        <p:fade/>
      </p:transition>
    </mc:Fallback>
  </mc:AlternateConten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529"/>
        <p:cNvGrpSpPr/>
        <p:nvPr/>
      </p:nvGrpSpPr>
      <p:grpSpPr>
        <a:xfrm>
          <a:off x="0" y="0"/>
          <a:ext cx="0" cy="0"/>
          <a:chOff x="0" y="0"/>
          <a:chExt cx="0" cy="0"/>
        </a:xfrm>
      </p:grpSpPr>
      <p:sp>
        <p:nvSpPr>
          <p:cNvPr id="2530" name="Google Shape;2530;p36"/>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2531" name="Google Shape;2531;p36"/>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xmlns="" val="690288774"/>
      </p:ext>
    </p:extLst>
  </p:cSld>
  <p:clrMap bg1="lt1" tx1="dk1" bg2="dk2" tx2="lt2" accent1="accent1" accent2="accent2" accent3="accent3" accent4="accent4" accent5="accent5" accent6="accent6" hlink="hlink" folHlink="folHlink"/>
  <p:sldLayoutIdLst>
    <p:sldLayoutId id="2147483870" r:id="rId1"/>
    <p:sldLayoutId id="2147483871"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30.xml"/><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 name="Rectangle 10"/>
          <p:cNvSpPr>
            <a:spLocks noChangeArrowheads="1"/>
          </p:cNvSpPr>
          <p:nvPr/>
        </p:nvSpPr>
        <p:spPr bwMode="auto">
          <a:xfrm>
            <a:off x="0" y="152400"/>
            <a:ext cx="12192000" cy="527067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A</a:t>
            </a: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PROJECT ON</a:t>
            </a:r>
            <a:endParaRPr kumimoji="0" 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IN" sz="2000" b="1" i="0" u="none" strike="noStrike" cap="none" normalizeH="0" baseline="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Legal</a:t>
            </a:r>
            <a:r>
              <a:rPr kumimoji="0" lang="en-IN" sz="2000" b="1" i="0" u="none" strike="noStrike" cap="none" normalizeH="0" dirty="0" smtClean="0">
                <a:ln>
                  <a:noFill/>
                </a:ln>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Document Analysis and Q&amp;A Using RAG Framework</a:t>
            </a:r>
            <a:endParaRPr kumimoji="0" lang="en-US" sz="900" b="1" i="0" u="none" strike="noStrike" cap="none" normalizeH="0" baseline="0" dirty="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ctr" fontAlgn="base">
              <a:spcBef>
                <a:spcPct val="0"/>
              </a:spcBef>
              <a:spcAft>
                <a:spcPct val="0"/>
              </a:spcAft>
            </a:pPr>
            <a:endParaRPr lang="en-US" sz="900" b="1" dirty="0">
              <a:latin typeface="Times New Roman" panose="02020603050405020304" pitchFamily="18" charset="0"/>
              <a:ea typeface="Times New Roman" panose="02020603050405020304" pitchFamily="18" charset="0"/>
              <a:cs typeface="Times New Roman" panose="02020603050405020304" pitchFamily="18" charset="0"/>
            </a:endParaRPr>
          </a:p>
          <a:p>
            <a:pPr lvl="0" algn="ctr" fontAlgn="base">
              <a:spcBef>
                <a:spcPct val="0"/>
              </a:spcBef>
              <a:spcAft>
                <a:spcPct val="0"/>
              </a:spcAft>
            </a:pPr>
            <a:endParaRPr lang="en-US" sz="900" b="1" dirty="0">
              <a:solidFill>
                <a:srgbClr val="1A0AE6"/>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ctr" fontAlgn="base">
              <a:spcBef>
                <a:spcPct val="0"/>
              </a:spcBef>
              <a:spcAft>
                <a:spcPct val="0"/>
              </a:spcAft>
            </a:pPr>
            <a:endParaRPr kumimoji="0" lang="en-US" sz="900" b="1" i="0" u="none" strike="noStrike" cap="none" normalizeH="0" baseline="0" dirty="0">
              <a:ln>
                <a:noFill/>
              </a:ln>
              <a:solidFill>
                <a:srgbClr val="1A0AE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ctr" fontAlgn="base">
              <a:spcBef>
                <a:spcPct val="0"/>
              </a:spcBef>
              <a:spcAft>
                <a:spcPct val="0"/>
              </a:spcAft>
            </a:pPr>
            <a:endParaRPr kumimoji="0" lang="en-US" sz="900" b="1" i="0" u="none" strike="noStrike" cap="none" normalizeH="0" baseline="0" dirty="0">
              <a:ln>
                <a:noFill/>
              </a:ln>
              <a:solidFill>
                <a:srgbClr val="1A0AE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ctr" fontAlgn="base">
              <a:spcBef>
                <a:spcPct val="0"/>
              </a:spcBef>
              <a:spcAft>
                <a:spcPct val="0"/>
              </a:spcAft>
            </a:pPr>
            <a:endParaRPr kumimoji="0" lang="en-US" sz="900" b="1" i="1" u="none" strike="noStrike" cap="none" normalizeH="0" baseline="0" dirty="0">
              <a:ln>
                <a:noFill/>
              </a:ln>
              <a:solidFill>
                <a:srgbClr val="1A0AE6"/>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ctr" fontAlgn="base">
              <a:spcBef>
                <a:spcPct val="0"/>
              </a:spcBef>
              <a:spcAft>
                <a:spcPct val="0"/>
              </a:spcAft>
            </a:pPr>
            <a:r>
              <a:rPr kumimoji="0" lang="en-US" sz="900" b="1" i="1" u="none" strike="noStrike" cap="none" normalizeH="0" baseline="0" dirty="0">
                <a:ln>
                  <a:noFill/>
                </a:ln>
                <a:solidFill>
                  <a:srgbClr val="1A0AE6"/>
                </a:solidFill>
                <a:effectLst/>
                <a:latin typeface="Times New Roman" panose="02020603050405020304" pitchFamily="18" charset="0"/>
                <a:ea typeface="Times New Roman" panose="02020603050405020304" pitchFamily="18" charset="0"/>
                <a:cs typeface="Times New Roman" panose="02020603050405020304" pitchFamily="18" charset="0"/>
              </a:rPr>
              <a:t>Submitted To </a:t>
            </a:r>
          </a:p>
          <a:p>
            <a:pPr lvl="0" algn="ctr" fontAlgn="base">
              <a:spcBef>
                <a:spcPct val="0"/>
              </a:spcBef>
              <a:spcAft>
                <a:spcPct val="0"/>
              </a:spcAft>
            </a:pPr>
            <a:endParaRPr lang="en-US" sz="900" b="1" dirty="0">
              <a:solidFill>
                <a:srgbClr val="1A0AE6"/>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ctr" fontAlgn="base">
              <a:spcBef>
                <a:spcPct val="0"/>
              </a:spcBef>
              <a:spcAft>
                <a:spcPct val="0"/>
              </a:spcAft>
            </a:pPr>
            <a:r>
              <a:rPr lang="en-US" sz="1200" b="1" dirty="0">
                <a:solidFill>
                  <a:srgbClr val="BD582C"/>
                </a:solidFill>
                <a:latin typeface="Times New Roman" panose="02020603050405020304" pitchFamily="18" charset="0"/>
                <a:ea typeface="Times New Roman" panose="02020603050405020304" pitchFamily="18" charset="0"/>
                <a:cs typeface="Times New Roman" panose="02020603050405020304" pitchFamily="18" charset="0"/>
              </a:rPr>
              <a:t>JAWAHARLAL NEHRU TECHNOLOGICAL UNIVERSITY, ANANTAPUR</a:t>
            </a:r>
            <a:r>
              <a:rPr lang="en-US" sz="900" b="1" dirty="0">
                <a:solidFill>
                  <a:srgbClr val="BD582C"/>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US" sz="900" dirty="0">
              <a:solidFill>
                <a:srgbClr val="BD582C"/>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1000" b="1" dirty="0">
                <a:solidFill>
                  <a:srgbClr val="BD582C"/>
                </a:solidFill>
                <a:latin typeface="Times New Roman" panose="02020603050405020304" pitchFamily="18" charset="0"/>
                <a:ea typeface="Times New Roman" panose="02020603050405020304" pitchFamily="18" charset="0"/>
                <a:cs typeface="Times New Roman" panose="02020603050405020304" pitchFamily="18" charset="0"/>
              </a:rPr>
              <a:t>In Partial Fulfillment Of The  Requirements For The Award Of The Degree Of</a:t>
            </a:r>
            <a:endParaRPr lang="en-US" sz="1000" dirty="0">
              <a:solidFill>
                <a:srgbClr val="BD582C"/>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1000" b="1" dirty="0">
                <a:solidFill>
                  <a:srgbClr val="BD582C"/>
                </a:solidFill>
                <a:latin typeface="Times New Roman" panose="02020603050405020304" pitchFamily="18" charset="0"/>
                <a:ea typeface="Times New Roman" panose="02020603050405020304" pitchFamily="18" charset="0"/>
                <a:cs typeface="Times New Roman" panose="02020603050405020304" pitchFamily="18" charset="0"/>
              </a:rPr>
              <a:t>Bachelor Of Technology</a:t>
            </a:r>
            <a:endParaRPr lang="en-US" sz="1000" dirty="0">
              <a:solidFill>
                <a:srgbClr val="BD582C"/>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1000" b="1" i="1" dirty="0">
                <a:solidFill>
                  <a:srgbClr val="BD582C"/>
                </a:solidFill>
                <a:latin typeface="Times New Roman" panose="02020603050405020304" pitchFamily="18" charset="0"/>
                <a:ea typeface="Times New Roman" panose="02020603050405020304" pitchFamily="18" charset="0"/>
                <a:cs typeface="Times New Roman" panose="02020603050405020304" pitchFamily="18" charset="0"/>
              </a:rPr>
              <a:t>In</a:t>
            </a:r>
            <a:endParaRPr lang="en-US" sz="1000" i="1" dirty="0">
              <a:solidFill>
                <a:srgbClr val="BD582C"/>
              </a:solidFill>
              <a:latin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r>
              <a:rPr lang="en-US" sz="1050" b="1" dirty="0">
                <a:solidFill>
                  <a:srgbClr val="037691"/>
                </a:solidFill>
                <a:latin typeface="Times New Roman" panose="02020603050405020304" pitchFamily="18" charset="0"/>
                <a:ea typeface="Times New Roman" panose="02020603050405020304" pitchFamily="18" charset="0"/>
                <a:cs typeface="Times New Roman" panose="02020603050405020304" pitchFamily="18" charset="0"/>
              </a:rPr>
              <a:t>ARTIFICIAL </a:t>
            </a:r>
            <a:r>
              <a:rPr lang="en-US" sz="1050" b="1" dirty="0" smtClean="0">
                <a:solidFill>
                  <a:srgbClr val="037691"/>
                </a:solidFill>
                <a:latin typeface="Times New Roman" panose="02020603050405020304" pitchFamily="18" charset="0"/>
                <a:ea typeface="Times New Roman" panose="02020603050405020304" pitchFamily="18" charset="0"/>
                <a:cs typeface="Times New Roman" panose="02020603050405020304" pitchFamily="18" charset="0"/>
              </a:rPr>
              <a:t>INTELLIGENCE &amp; </a:t>
            </a:r>
            <a:r>
              <a:rPr lang="en-US" sz="1050" b="1" dirty="0" smtClean="0">
                <a:solidFill>
                  <a:srgbClr val="037691"/>
                </a:solidFill>
                <a:latin typeface="Times New Roman" panose="02020603050405020304" pitchFamily="18" charset="0"/>
                <a:ea typeface="Times New Roman" panose="02020603050405020304" pitchFamily="18" charset="0"/>
                <a:cs typeface="Times New Roman" panose="02020603050405020304" pitchFamily="18" charset="0"/>
              </a:rPr>
              <a:t>MACHINE LEARNING</a:t>
            </a:r>
            <a:endParaRPr lang="en-US" sz="900" b="1" dirty="0">
              <a:solidFill>
                <a:srgbClr val="1A0AE6"/>
              </a:solidFill>
              <a:latin typeface="Times New Roman" panose="02020603050405020304" pitchFamily="18" charset="0"/>
              <a:ea typeface="Times New Roman" panose="02020603050405020304" pitchFamily="18" charset="0"/>
              <a:cs typeface="Times New Roman" panose="02020603050405020304" pitchFamily="18" charset="0"/>
            </a:endParaRPr>
          </a:p>
          <a:p>
            <a:pPr lvl="0" algn="ctr" eaLnBrk="0" fontAlgn="base" hangingPunct="0">
              <a:spcBef>
                <a:spcPct val="0"/>
              </a:spcBef>
              <a:spcAft>
                <a:spcPct val="0"/>
              </a:spcAft>
            </a:pPr>
            <a:endParaRPr lang="en-US" sz="900" b="1" dirty="0">
              <a:latin typeface="Times New Roman" panose="02020603050405020304" pitchFamily="18" charset="0"/>
              <a:cs typeface="Times New Roman" panose="02020603050405020304" pitchFamily="18" charset="0"/>
            </a:endParaRPr>
          </a:p>
          <a:p>
            <a:pPr lvl="0" algn="ctr" fontAlgn="base">
              <a:spcBef>
                <a:spcPct val="0"/>
              </a:spcBef>
              <a:spcAft>
                <a:spcPct val="0"/>
              </a:spcAft>
            </a:pPr>
            <a:endParaRPr lang="en-US" sz="1200" b="1" dirty="0">
              <a:solidFill>
                <a:srgbClr val="1A0AE6"/>
              </a:solidFill>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sz="1200" b="1" dirty="0">
              <a:solidFill>
                <a:srgbClr val="1A0AE6"/>
              </a:solidFill>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200" b="1" i="0" u="none" strike="noStrike" cap="none" normalizeH="0" baseline="0" dirty="0">
              <a:ln>
                <a:noFill/>
              </a:ln>
              <a:solidFill>
                <a:srgbClr val="1A0AE6"/>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dirty="0">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sz="1400" dirty="0">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sz="1400" b="1" dirty="0" smtClean="0">
              <a:solidFill>
                <a:srgbClr val="FF33CC"/>
              </a:solidFill>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endParaRPr lang="en-US" b="1" dirty="0" smtClean="0">
              <a:solidFill>
                <a:srgbClr val="FF33CC"/>
              </a:solidFill>
              <a:latin typeface="Times New Roman" panose="02020603050405020304" pitchFamily="18" charset="0"/>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lang="en-US" sz="1400" b="1" dirty="0" smtClean="0">
                <a:solidFill>
                  <a:srgbClr val="FF33CC"/>
                </a:solidFill>
                <a:latin typeface="Times New Roman" panose="02020603050405020304" pitchFamily="18" charset="0"/>
                <a:cs typeface="Times New Roman" panose="02020603050405020304" pitchFamily="18" charset="0"/>
              </a:rPr>
              <a:t>Under </a:t>
            </a:r>
            <a:r>
              <a:rPr lang="en-US" sz="1400" b="1" dirty="0">
                <a:solidFill>
                  <a:srgbClr val="FF33CC"/>
                </a:solidFill>
                <a:latin typeface="Times New Roman" panose="02020603050405020304" pitchFamily="18" charset="0"/>
                <a:cs typeface="Times New Roman" panose="02020603050405020304" pitchFamily="18" charset="0"/>
              </a:rPr>
              <a:t>The Guidance Of</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err="1" smtClean="0">
                <a:ln>
                  <a:noFill/>
                </a:ln>
                <a:solidFill>
                  <a:schemeClr val="tx1"/>
                </a:solidFill>
                <a:effectLst/>
                <a:latin typeface="Times New Roman" panose="02020603050405020304" pitchFamily="18" charset="0"/>
                <a:cs typeface="Times New Roman" panose="02020603050405020304" pitchFamily="18" charset="0"/>
              </a:rPr>
              <a:t>Mr.O.DEVANANDH</a:t>
            </a:r>
            <a:r>
              <a:rPr kumimoji="0" lang="en-US" sz="14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t>
            </a:r>
            <a:r>
              <a:rPr kumimoji="0" lang="en-US" sz="1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M.Tech</a:t>
            </a:r>
            <a:r>
              <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Assistant professor</a:t>
            </a:r>
          </a:p>
          <a:p>
            <a:pPr algn="ctr" eaLnBrk="0" fontAlgn="base" hangingPunct="0">
              <a:spcBef>
                <a:spcPct val="0"/>
              </a:spcBef>
              <a:spcAft>
                <a:spcPct val="0"/>
              </a:spcAft>
            </a:pPr>
            <a:r>
              <a:rPr lang="en-US" sz="1200" b="1" dirty="0">
                <a:latin typeface="Times New Roman" panose="02020603050405020304" pitchFamily="18" charset="0"/>
                <a:cs typeface="Times New Roman" panose="02020603050405020304" pitchFamily="18" charset="0"/>
              </a:rPr>
              <a:t>Department Of </a:t>
            </a:r>
            <a:r>
              <a:rPr lang="en-US" sz="1200" b="1" dirty="0" smtClean="0">
                <a:latin typeface="Times New Roman" panose="02020603050405020304" pitchFamily="18" charset="0"/>
                <a:cs typeface="Times New Roman" panose="02020603050405020304" pitchFamily="18" charset="0"/>
              </a:rPr>
              <a:t>AI&amp;ML</a:t>
            </a:r>
            <a:endParaRPr lang="en-US" sz="1200" b="1"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5131" name="Image 1"/>
          <p:cNvPicPr>
            <a:picLocks noChangeAspect="1" noChangeArrowheads="1"/>
          </p:cNvPicPr>
          <p:nvPr/>
        </p:nvPicPr>
        <p:blipFill>
          <a:blip r:embed="rId2"/>
          <a:srcRect/>
          <a:stretch>
            <a:fillRect/>
          </a:stretch>
        </p:blipFill>
        <p:spPr bwMode="auto">
          <a:xfrm>
            <a:off x="5685572" y="1192166"/>
            <a:ext cx="820856" cy="724424"/>
          </a:xfrm>
          <a:prstGeom prst="rect">
            <a:avLst/>
          </a:prstGeom>
          <a:noFill/>
          <a:ln w="9525">
            <a:noFill/>
            <a:miter lim="800000"/>
            <a:headEnd/>
            <a:tailEnd/>
          </a:ln>
        </p:spPr>
      </p:pic>
      <p:pic>
        <p:nvPicPr>
          <p:cNvPr id="5133" name="Picture 13"/>
          <p:cNvPicPr>
            <a:picLocks noChangeAspect="1" noChangeArrowheads="1"/>
          </p:cNvPicPr>
          <p:nvPr/>
        </p:nvPicPr>
        <p:blipFill>
          <a:blip r:embed="rId3">
            <a:extLst>
              <a:ext uri="{28A0092B-C50C-407E-A947-70E740481C1C}">
                <a14:useLocalDpi xmlns:a14="http://schemas.microsoft.com/office/drawing/2010/main" xmlns="" val="0"/>
              </a:ext>
            </a:extLst>
          </a:blip>
          <a:stretch>
            <a:fillRect/>
          </a:stretch>
        </p:blipFill>
        <p:spPr bwMode="auto">
          <a:xfrm>
            <a:off x="497847" y="5382414"/>
            <a:ext cx="1138772" cy="1138772"/>
          </a:xfrm>
          <a:prstGeom prst="rect">
            <a:avLst/>
          </a:prstGeom>
          <a:noFill/>
          <a:ln w="9525">
            <a:noFill/>
            <a:miter lim="800000"/>
            <a:headEnd/>
            <a:tailEnd/>
          </a:ln>
        </p:spPr>
      </p:pic>
      <p:pic>
        <p:nvPicPr>
          <p:cNvPr id="5134" name="Picture 14"/>
          <p:cNvPicPr>
            <a:picLocks noChangeAspect="1" noChangeArrowheads="1"/>
          </p:cNvPicPr>
          <p:nvPr/>
        </p:nvPicPr>
        <p:blipFill>
          <a:blip r:embed="rId4">
            <a:extLst>
              <a:ext uri="{28A0092B-C50C-407E-A947-70E740481C1C}">
                <a14:useLocalDpi xmlns:a14="http://schemas.microsoft.com/office/drawing/2010/main" xmlns="" val="0"/>
              </a:ext>
            </a:extLst>
          </a:blip>
          <a:stretch>
            <a:fillRect/>
          </a:stretch>
        </p:blipFill>
        <p:spPr bwMode="auto">
          <a:xfrm>
            <a:off x="10729736" y="5457481"/>
            <a:ext cx="964417" cy="964417"/>
          </a:xfrm>
          <a:prstGeom prst="rect">
            <a:avLst/>
          </a:prstGeom>
          <a:noFill/>
          <a:ln w="9525">
            <a:noFill/>
            <a:miter lim="800000"/>
            <a:headEnd/>
            <a:tailEnd/>
          </a:ln>
        </p:spPr>
      </p:pic>
      <p:graphicFrame>
        <p:nvGraphicFramePr>
          <p:cNvPr id="2" name="Table 1">
            <a:extLst>
              <a:ext uri="{FF2B5EF4-FFF2-40B4-BE49-F238E27FC236}">
                <a16:creationId xmlns:a16="http://schemas.microsoft.com/office/drawing/2014/main" xmlns="" id="{53139075-ED6B-42B0-8FA3-9B3A818E298D}"/>
              </a:ext>
            </a:extLst>
          </p:cNvPr>
          <p:cNvGraphicFramePr>
            <a:graphicFrameLocks noGrp="1"/>
          </p:cNvGraphicFramePr>
          <p:nvPr>
            <p:extLst>
              <p:ext uri="{D42A27DB-BD31-4B8C-83A1-F6EECF244321}">
                <p14:modId xmlns:p14="http://schemas.microsoft.com/office/powerpoint/2010/main" xmlns="" val="688595200"/>
              </p:ext>
            </p:extLst>
          </p:nvPr>
        </p:nvGraphicFramePr>
        <p:xfrm>
          <a:off x="4290646" y="2813539"/>
          <a:ext cx="3657600" cy="1607945"/>
        </p:xfrm>
        <a:graphic>
          <a:graphicData uri="http://schemas.openxmlformats.org/drawingml/2006/table">
            <a:tbl>
              <a:tblPr firstRow="1" firstCol="1" bandRow="1">
                <a:tableStyleId>{2D5ABB26-0587-4C30-8999-92F81FD0307C}</a:tableStyleId>
              </a:tblPr>
              <a:tblGrid>
                <a:gridCol w="2236466">
                  <a:extLst>
                    <a:ext uri="{9D8B030D-6E8A-4147-A177-3AD203B41FA5}">
                      <a16:colId xmlns:a16="http://schemas.microsoft.com/office/drawing/2014/main" xmlns="" val="1617005295"/>
                    </a:ext>
                  </a:extLst>
                </a:gridCol>
                <a:gridCol w="1421134">
                  <a:extLst>
                    <a:ext uri="{9D8B030D-6E8A-4147-A177-3AD203B41FA5}">
                      <a16:colId xmlns:a16="http://schemas.microsoft.com/office/drawing/2014/main" xmlns="" val="1213948904"/>
                    </a:ext>
                  </a:extLst>
                </a:gridCol>
              </a:tblGrid>
              <a:tr h="208200">
                <a:tc>
                  <a:txBody>
                    <a:bodyPr/>
                    <a:lstStyle/>
                    <a:p>
                      <a:pPr algn="l">
                        <a:lnSpc>
                          <a:spcPct val="200000"/>
                        </a:lnSpc>
                        <a:spcAft>
                          <a:spcPts val="0"/>
                        </a:spcAft>
                      </a:pPr>
                      <a:r>
                        <a:rPr lang="en-IN" sz="800" b="1" kern="100" dirty="0" smtClean="0">
                          <a:effectLst/>
                          <a:latin typeface="Times New Roman" panose="02020603050405020304" pitchFamily="18" charset="0"/>
                          <a:ea typeface="Calibri" panose="020F0502020204030204" pitchFamily="34" charset="0"/>
                          <a:cs typeface="Times New Roman" panose="02020603050405020304" pitchFamily="18" charset="0"/>
                        </a:rPr>
                        <a:t>T.BHASKA</a:t>
                      </a:r>
                      <a:r>
                        <a:rPr lang="en-IN" sz="800" b="1" kern="100" baseline="0" dirty="0" smtClean="0">
                          <a:effectLst/>
                          <a:latin typeface="Times New Roman" panose="02020603050405020304" pitchFamily="18" charset="0"/>
                          <a:ea typeface="Calibri" panose="020F0502020204030204" pitchFamily="34" charset="0"/>
                          <a:cs typeface="Times New Roman" panose="02020603050405020304" pitchFamily="18" charset="0"/>
                        </a:rPr>
                        <a:t>R REDDY</a:t>
                      </a:r>
                      <a:endParaRPr lang="en-IN" sz="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0"/>
                        </a:spcAft>
                      </a:pPr>
                      <a:r>
                        <a:rPr lang="en-IN" sz="800" b="1" kern="100" dirty="0">
                          <a:effectLst/>
                          <a:latin typeface="Times New Roman" panose="02020603050405020304" pitchFamily="18" charset="0"/>
                          <a:cs typeface="Times New Roman" panose="02020603050405020304" pitchFamily="18" charset="0"/>
                        </a:rPr>
                        <a:t>(</a:t>
                      </a:r>
                      <a:r>
                        <a:rPr lang="en-IN" sz="800" b="1" kern="100" dirty="0" smtClean="0">
                          <a:effectLst/>
                          <a:latin typeface="Times New Roman" panose="02020603050405020304" pitchFamily="18" charset="0"/>
                          <a:cs typeface="Times New Roman" panose="02020603050405020304" pitchFamily="18" charset="0"/>
                        </a:rPr>
                        <a:t>22JN1A3304)</a:t>
                      </a:r>
                      <a:endParaRPr lang="en-IN" sz="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868803893"/>
                  </a:ext>
                </a:extLst>
              </a:tr>
              <a:tr h="208200">
                <a:tc>
                  <a:txBody>
                    <a:bodyPr/>
                    <a:lstStyle/>
                    <a:p>
                      <a:pPr algn="l">
                        <a:lnSpc>
                          <a:spcPct val="200000"/>
                        </a:lnSpc>
                        <a:spcAft>
                          <a:spcPts val="0"/>
                        </a:spcAft>
                      </a:pPr>
                      <a:r>
                        <a:rPr lang="en-IN" sz="800" b="1" kern="100" dirty="0" smtClean="0">
                          <a:effectLst/>
                          <a:latin typeface="Times New Roman" panose="02020603050405020304" pitchFamily="18" charset="0"/>
                          <a:ea typeface="Calibri" panose="020F0502020204030204" pitchFamily="34" charset="0"/>
                          <a:cs typeface="Times New Roman" panose="02020603050405020304" pitchFamily="18" charset="0"/>
                        </a:rPr>
                        <a:t>T.V.</a:t>
                      </a:r>
                      <a:r>
                        <a:rPr lang="en-IN" sz="800" b="1" kern="100" baseline="0" dirty="0" smtClean="0">
                          <a:effectLst/>
                          <a:latin typeface="Times New Roman" panose="02020603050405020304" pitchFamily="18" charset="0"/>
                          <a:ea typeface="Calibri" panose="020F0502020204030204" pitchFamily="34" charset="0"/>
                          <a:cs typeface="Times New Roman" panose="02020603050405020304" pitchFamily="18" charset="0"/>
                        </a:rPr>
                        <a:t>SUJAN KUMAR</a:t>
                      </a:r>
                      <a:endParaRPr lang="en-IN" sz="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0"/>
                        </a:spcAft>
                      </a:pPr>
                      <a:r>
                        <a:rPr lang="en-IN" sz="800" b="1" kern="100" dirty="0">
                          <a:effectLst/>
                          <a:latin typeface="Times New Roman" panose="02020603050405020304" pitchFamily="18" charset="0"/>
                          <a:cs typeface="Times New Roman" panose="02020603050405020304" pitchFamily="18" charset="0"/>
                        </a:rPr>
                        <a:t>(</a:t>
                      </a:r>
                      <a:r>
                        <a:rPr lang="en-IN" sz="800" b="1" kern="100" dirty="0" smtClean="0">
                          <a:effectLst/>
                          <a:latin typeface="Times New Roman" panose="02020603050405020304" pitchFamily="18" charset="0"/>
                          <a:cs typeface="Times New Roman" panose="02020603050405020304" pitchFamily="18" charset="0"/>
                        </a:rPr>
                        <a:t>22JN1A3359)</a:t>
                      </a:r>
                      <a:endParaRPr lang="en-IN" sz="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136372414"/>
                  </a:ext>
                </a:extLst>
              </a:tr>
              <a:tr h="208200">
                <a:tc>
                  <a:txBody>
                    <a:bodyPr/>
                    <a:lstStyle/>
                    <a:p>
                      <a:pPr algn="l">
                        <a:lnSpc>
                          <a:spcPct val="200000"/>
                        </a:lnSpc>
                        <a:spcAft>
                          <a:spcPts val="0"/>
                        </a:spcAft>
                      </a:pPr>
                      <a:r>
                        <a:rPr lang="en-IN" sz="800" b="1" kern="100" dirty="0" smtClean="0">
                          <a:effectLst/>
                          <a:latin typeface="Times New Roman" panose="02020603050405020304" pitchFamily="18" charset="0"/>
                          <a:cs typeface="Times New Roman" panose="02020603050405020304" pitchFamily="18" charset="0"/>
                        </a:rPr>
                        <a:t>S.NICHITHA</a:t>
                      </a:r>
                      <a:endParaRPr lang="en-IN" sz="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0"/>
                        </a:spcAft>
                      </a:pPr>
                      <a:r>
                        <a:rPr lang="en-IN" sz="800" b="1" kern="100" dirty="0">
                          <a:effectLst/>
                          <a:latin typeface="Times New Roman" panose="02020603050405020304" pitchFamily="18" charset="0"/>
                          <a:cs typeface="Times New Roman" panose="02020603050405020304" pitchFamily="18" charset="0"/>
                        </a:rPr>
                        <a:t>(</a:t>
                      </a:r>
                      <a:r>
                        <a:rPr lang="en-IN" sz="800" b="1" kern="100" dirty="0" smtClean="0">
                          <a:effectLst/>
                          <a:latin typeface="Times New Roman" panose="02020603050405020304" pitchFamily="18" charset="0"/>
                          <a:cs typeface="Times New Roman" panose="02020603050405020304" pitchFamily="18" charset="0"/>
                        </a:rPr>
                        <a:t>22JN1A3356)</a:t>
                      </a:r>
                      <a:endParaRPr lang="en-IN" sz="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340147945"/>
                  </a:ext>
                </a:extLst>
              </a:tr>
              <a:tr h="208200">
                <a:tc>
                  <a:txBody>
                    <a:bodyPr/>
                    <a:lstStyle/>
                    <a:p>
                      <a:pPr>
                        <a:lnSpc>
                          <a:spcPct val="200000"/>
                        </a:lnSpc>
                        <a:spcAft>
                          <a:spcPts val="0"/>
                        </a:spcAft>
                      </a:pPr>
                      <a:r>
                        <a:rPr lang="en-IN" sz="800" b="1" kern="100" dirty="0" smtClean="0">
                          <a:effectLst/>
                          <a:latin typeface="Times New Roman" panose="02020603050405020304" pitchFamily="18" charset="0"/>
                          <a:cs typeface="Times New Roman" panose="02020603050405020304" pitchFamily="18" charset="0"/>
                        </a:rPr>
                        <a:t>K.V.CHANDANA</a:t>
                      </a:r>
                      <a:endParaRPr lang="en-IN" sz="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0"/>
                        </a:spcAft>
                      </a:pPr>
                      <a:r>
                        <a:rPr lang="en-IN" sz="800" b="1" kern="100" dirty="0">
                          <a:effectLst/>
                          <a:latin typeface="Times New Roman" panose="02020603050405020304" pitchFamily="18" charset="0"/>
                          <a:cs typeface="Times New Roman" panose="02020603050405020304" pitchFamily="18" charset="0"/>
                        </a:rPr>
                        <a:t>(</a:t>
                      </a:r>
                      <a:r>
                        <a:rPr lang="en-IN" sz="800" b="1" kern="100" dirty="0" smtClean="0">
                          <a:effectLst/>
                          <a:latin typeface="Times New Roman" panose="02020603050405020304" pitchFamily="18" charset="0"/>
                          <a:cs typeface="Times New Roman" panose="02020603050405020304" pitchFamily="18" charset="0"/>
                        </a:rPr>
                        <a:t>22JN1A3321)</a:t>
                      </a:r>
                      <a:endParaRPr lang="en-IN" sz="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xmlns="" val="2354681531"/>
                  </a:ext>
                </a:extLst>
              </a:tr>
              <a:tr h="632585">
                <a:tc>
                  <a:txBody>
                    <a:bodyPr/>
                    <a:lstStyle/>
                    <a:p>
                      <a:pPr>
                        <a:lnSpc>
                          <a:spcPct val="200000"/>
                        </a:lnSpc>
                        <a:spcAft>
                          <a:spcPts val="0"/>
                        </a:spcAft>
                      </a:pPr>
                      <a:r>
                        <a:rPr lang="en-IN" sz="800" b="1" kern="100" dirty="0" smtClean="0">
                          <a:effectLst/>
                          <a:latin typeface="Times New Roman" panose="02020603050405020304" pitchFamily="18" charset="0"/>
                          <a:ea typeface="Calibri" panose="020F0502020204030204" pitchFamily="34" charset="0"/>
                          <a:cs typeface="Times New Roman" panose="02020603050405020304" pitchFamily="18" charset="0"/>
                        </a:rPr>
                        <a:t>T.LEELA MADHAVI</a:t>
                      </a:r>
                    </a:p>
                    <a:p>
                      <a:pPr>
                        <a:lnSpc>
                          <a:spcPct val="200000"/>
                        </a:lnSpc>
                        <a:spcAft>
                          <a:spcPts val="0"/>
                        </a:spcAft>
                      </a:pPr>
                      <a:r>
                        <a:rPr lang="en-IN" sz="800" b="1" kern="100" dirty="0" smtClean="0">
                          <a:effectLst/>
                          <a:latin typeface="Times New Roman" panose="02020603050405020304" pitchFamily="18" charset="0"/>
                          <a:ea typeface="Calibri" panose="020F0502020204030204" pitchFamily="34" charset="0"/>
                          <a:cs typeface="Times New Roman" panose="02020603050405020304" pitchFamily="18" charset="0"/>
                        </a:rPr>
                        <a:t>P.RANJITH</a:t>
                      </a:r>
                      <a:r>
                        <a:rPr lang="en-IN" sz="800" b="1" kern="100" baseline="0" dirty="0" smtClean="0">
                          <a:effectLst/>
                          <a:latin typeface="Times New Roman" panose="02020603050405020304" pitchFamily="18" charset="0"/>
                          <a:ea typeface="Calibri" panose="020F0502020204030204" pitchFamily="34" charset="0"/>
                          <a:cs typeface="Times New Roman" panose="02020603050405020304" pitchFamily="18" charset="0"/>
                        </a:rPr>
                        <a:t> KUMAR</a:t>
                      </a:r>
                      <a:endParaRPr lang="en-IN" sz="800" b="1"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200000"/>
                        </a:lnSpc>
                        <a:spcAft>
                          <a:spcPts val="0"/>
                        </a:spcAft>
                      </a:pPr>
                      <a:r>
                        <a:rPr lang="en-IN" sz="800" b="1" kern="100" dirty="0" smtClean="0">
                          <a:effectLst/>
                          <a:latin typeface="Times New Roman" panose="02020603050405020304" pitchFamily="18" charset="0"/>
                          <a:cs typeface="Times New Roman" panose="02020603050405020304" pitchFamily="18" charset="0"/>
                        </a:rPr>
                        <a:t>(22JN1A3358)</a:t>
                      </a:r>
                    </a:p>
                    <a:p>
                      <a:pPr algn="ctr">
                        <a:lnSpc>
                          <a:spcPct val="200000"/>
                        </a:lnSpc>
                        <a:spcAft>
                          <a:spcPts val="0"/>
                        </a:spcAft>
                      </a:pPr>
                      <a:r>
                        <a:rPr lang="en-IN" sz="800" b="1" kern="100" dirty="0" smtClean="0">
                          <a:effectLst/>
                          <a:latin typeface="Times New Roman" panose="02020603050405020304" pitchFamily="18" charset="0"/>
                          <a:cs typeface="Times New Roman" panose="02020603050405020304" pitchFamily="18" charset="0"/>
                        </a:rPr>
                        <a:t>(22JN1A3343)</a:t>
                      </a:r>
                    </a:p>
                  </a:txBody>
                  <a:tcPr marL="68580" marR="68580" marT="0" marB="0"/>
                </a:tc>
                <a:extLst>
                  <a:ext uri="{0D108BD9-81ED-4DB2-BD59-A6C34878D82A}">
                    <a16:rowId xmlns:a16="http://schemas.microsoft.com/office/drawing/2014/main" xmlns="" val="381189467"/>
                  </a:ext>
                </a:extLst>
              </a:tr>
            </a:tbl>
          </a:graphicData>
        </a:graphic>
      </p:graphicFrame>
      <p:sp>
        <p:nvSpPr>
          <p:cNvPr id="7" name="Rectangle 1">
            <a:extLst>
              <a:ext uri="{FF2B5EF4-FFF2-40B4-BE49-F238E27FC236}">
                <a16:creationId xmlns:a16="http://schemas.microsoft.com/office/drawing/2014/main" xmlns="" id="{1D775729-2EBD-475C-9522-A00948B109A3}"/>
              </a:ext>
            </a:extLst>
          </p:cNvPr>
          <p:cNvSpPr>
            <a:spLocks noChangeArrowheads="1"/>
          </p:cNvSpPr>
          <p:nvPr/>
        </p:nvSpPr>
        <p:spPr bwMode="auto">
          <a:xfrm>
            <a:off x="2309446" y="5392615"/>
            <a:ext cx="7552673" cy="11387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altLang="en-US" sz="2000" b="1" dirty="0">
                <a:latin typeface="Times New Roman" panose="02020603050405020304" pitchFamily="18" charset="0"/>
                <a:ea typeface="Calibri" panose="020F0502020204030204" pitchFamily="34" charset="0"/>
                <a:cs typeface="Times New Roman" panose="02020603050405020304" pitchFamily="18" charset="0"/>
              </a:rPr>
              <a:t>SREE VENKATESWARA COLLEGE OF ENGINEERING</a:t>
            </a:r>
          </a:p>
          <a:p>
            <a:pPr lvl="0" algn="ctr" eaLnBrk="0" fontAlgn="base" hangingPunct="0">
              <a:spcBef>
                <a:spcPct val="0"/>
              </a:spcBef>
              <a:spcAft>
                <a:spcPct val="0"/>
              </a:spcAft>
            </a:pPr>
            <a:r>
              <a:rPr lang="en-US" altLang="en-US" sz="1200" dirty="0">
                <a:latin typeface="Times New Roman" panose="02020603050405020304" pitchFamily="18" charset="0"/>
                <a:ea typeface="Calibri" panose="020F0502020204030204" pitchFamily="34" charset="0"/>
                <a:cs typeface="Times New Roman" panose="02020603050405020304" pitchFamily="18" charset="0"/>
              </a:rPr>
              <a:t>(An UGC Autonomous Institution)</a:t>
            </a:r>
          </a:p>
          <a:p>
            <a:pPr lvl="0" algn="ctr" eaLnBrk="0" fontAlgn="base" hangingPunct="0">
              <a:spcBef>
                <a:spcPct val="0"/>
              </a:spcBef>
              <a:spcAft>
                <a:spcPct val="0"/>
              </a:spcAft>
            </a:pPr>
            <a:r>
              <a:rPr lang="en-US" altLang="en-US" sz="1200" dirty="0">
                <a:latin typeface="Times New Roman" panose="02020603050405020304" pitchFamily="18" charset="0"/>
                <a:ea typeface="Calibri" panose="020F0502020204030204" pitchFamily="34" charset="0"/>
                <a:cs typeface="Times New Roman" panose="02020603050405020304" pitchFamily="18" charset="0"/>
              </a:rPr>
              <a:t>NAAC ‘A’ Grade Accredited Institution, An ISO 9001: 2015 Certified Institution</a:t>
            </a:r>
          </a:p>
          <a:p>
            <a:pPr lvl="0" algn="ctr" eaLnBrk="0" fontAlgn="base" hangingPunct="0">
              <a:spcBef>
                <a:spcPct val="0"/>
              </a:spcBef>
              <a:spcAft>
                <a:spcPct val="0"/>
              </a:spcAft>
            </a:pPr>
            <a:r>
              <a:rPr lang="en-US" altLang="en-US" sz="1200" dirty="0">
                <a:latin typeface="Times New Roman" panose="02020603050405020304" pitchFamily="18" charset="0"/>
                <a:ea typeface="Calibri" panose="020F0502020204030204" pitchFamily="34" charset="0"/>
                <a:cs typeface="Times New Roman" panose="02020603050405020304" pitchFamily="18" charset="0"/>
              </a:rPr>
              <a:t>(Approved by AICTE, New Delhi and Affiliated to </a:t>
            </a:r>
            <a:r>
              <a:rPr lang="en-US" altLang="en-US" sz="1200" dirty="0" err="1">
                <a:latin typeface="Times New Roman" panose="02020603050405020304" pitchFamily="18" charset="0"/>
                <a:ea typeface="Calibri" panose="020F0502020204030204" pitchFamily="34" charset="0"/>
                <a:cs typeface="Times New Roman" panose="02020603050405020304" pitchFamily="18" charset="0"/>
              </a:rPr>
              <a:t>JNTU,Anantapur</a:t>
            </a:r>
            <a:r>
              <a:rPr lang="en-US" altLang="en-US" sz="1200" dirty="0">
                <a:latin typeface="Times New Roman" panose="02020603050405020304" pitchFamily="18" charset="0"/>
                <a:ea typeface="Calibri" panose="020F0502020204030204" pitchFamily="34" charset="0"/>
                <a:cs typeface="Times New Roman" panose="02020603050405020304" pitchFamily="18" charset="0"/>
              </a:rPr>
              <a:t>)</a:t>
            </a:r>
          </a:p>
          <a:p>
            <a:pPr lvl="0" algn="ctr" eaLnBrk="0" fontAlgn="base" hangingPunct="0">
              <a:spcBef>
                <a:spcPct val="0"/>
              </a:spcBef>
              <a:spcAft>
                <a:spcPct val="0"/>
              </a:spcAft>
            </a:pPr>
            <a:r>
              <a:rPr lang="en-US" altLang="en-US" sz="1200" dirty="0" err="1">
                <a:latin typeface="Times New Roman" panose="02020603050405020304" pitchFamily="18" charset="0"/>
                <a:ea typeface="Calibri" panose="020F0502020204030204" pitchFamily="34" charset="0"/>
                <a:cs typeface="Times New Roman" panose="02020603050405020304" pitchFamily="18" charset="0"/>
              </a:rPr>
              <a:t>Northrajupalem</a:t>
            </a:r>
            <a:r>
              <a:rPr lang="en-US" altLang="en-US" sz="1200" dirty="0">
                <a:latin typeface="Times New Roman" panose="02020603050405020304" pitchFamily="18" charset="0"/>
                <a:ea typeface="Calibri" panose="020F0502020204030204" pitchFamily="34" charset="0"/>
                <a:cs typeface="Times New Roman" panose="02020603050405020304" pitchFamily="18" charset="0"/>
              </a:rPr>
              <a:t> (Vi), </a:t>
            </a:r>
            <a:r>
              <a:rPr lang="en-US" altLang="en-US" sz="1200" dirty="0" err="1">
                <a:latin typeface="Times New Roman" panose="02020603050405020304" pitchFamily="18" charset="0"/>
                <a:ea typeface="Calibri" panose="020F0502020204030204" pitchFamily="34" charset="0"/>
                <a:cs typeface="Times New Roman" panose="02020603050405020304" pitchFamily="18" charset="0"/>
              </a:rPr>
              <a:t>Kodavaluru</a:t>
            </a:r>
            <a:r>
              <a:rPr lang="en-US" altLang="en-US" sz="1200" dirty="0">
                <a:latin typeface="Times New Roman" panose="02020603050405020304" pitchFamily="18" charset="0"/>
                <a:ea typeface="Calibri" panose="020F0502020204030204" pitchFamily="34" charset="0"/>
                <a:cs typeface="Times New Roman" panose="02020603050405020304" pitchFamily="18" charset="0"/>
              </a:rPr>
              <a:t>(M), S.P.S.R Nellore (Dt)-524316</a:t>
            </a:r>
          </a:p>
        </p:txBody>
      </p:sp>
      <p:pic>
        <p:nvPicPr>
          <p:cNvPr id="13" name="Picture 12">
            <a:extLst>
              <a:ext uri="{FF2B5EF4-FFF2-40B4-BE49-F238E27FC236}">
                <a16:creationId xmlns:a16="http://schemas.microsoft.com/office/drawing/2014/main" xmlns="" id="{259B3D6B-4ACE-49DC-9966-DAE65E494E50}"/>
              </a:ext>
            </a:extLst>
          </p:cNvPr>
          <p:cNvPicPr/>
          <p:nvPr/>
        </p:nvPicPr>
        <p:blipFill>
          <a:blip r:embed="rId5">
            <a:extLst>
              <a:ext uri="{28A0092B-C50C-407E-A947-70E740481C1C}">
                <a14:useLocalDpi xmlns:a14="http://schemas.microsoft.com/office/drawing/2010/main" xmlns="" val="0"/>
              </a:ext>
            </a:extLst>
          </a:blip>
          <a:stretch>
            <a:fillRect/>
          </a:stretch>
        </p:blipFill>
        <p:spPr bwMode="auto">
          <a:xfrm>
            <a:off x="1663013" y="5388180"/>
            <a:ext cx="1103020" cy="1103020"/>
          </a:xfrm>
          <a:prstGeom prst="rect">
            <a:avLst/>
          </a:prstGeom>
          <a:noFill/>
        </p:spPr>
      </p:pic>
      <p:pic>
        <p:nvPicPr>
          <p:cNvPr id="14" name="Picture 13">
            <a:extLst>
              <a:ext uri="{FF2B5EF4-FFF2-40B4-BE49-F238E27FC236}">
                <a16:creationId xmlns:a16="http://schemas.microsoft.com/office/drawing/2014/main" xmlns="" id="{1964CB1F-28C4-4851-9EFD-38D879F58945}"/>
              </a:ext>
            </a:extLst>
          </p:cNvPr>
          <p:cNvPicPr/>
          <p:nvPr/>
        </p:nvPicPr>
        <p:blipFill>
          <a:blip r:embed="rId6">
            <a:extLst>
              <a:ext uri="{28A0092B-C50C-407E-A947-70E740481C1C}">
                <a14:useLocalDpi xmlns:a14="http://schemas.microsoft.com/office/drawing/2010/main" xmlns="" val="0"/>
              </a:ext>
            </a:extLst>
          </a:blip>
          <a:stretch>
            <a:fillRect/>
          </a:stretch>
        </p:blipFill>
        <p:spPr bwMode="auto">
          <a:xfrm>
            <a:off x="9295988" y="5181699"/>
            <a:ext cx="1433748" cy="1399218"/>
          </a:xfrm>
          <a:prstGeom prst="rect">
            <a:avLst/>
          </a:prstGeom>
          <a:noFill/>
          <a:ln>
            <a:noFill/>
          </a:ln>
        </p:spPr>
      </p:pic>
    </p:spTree>
  </p:cSld>
  <p:clrMapOvr>
    <a:masterClrMapping/>
  </p:clrMapOvr>
  <mc:AlternateContent xmlns:mc="http://schemas.openxmlformats.org/markup-compatibility/2006">
    <mc:Choice xmlns:p14="http://schemas.microsoft.com/office/powerpoint/2010/main" xmlns="" Requires="p14">
      <p:transition spd="slow">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xmlns="" id="{54BF3892-C0BC-41D1-BFBF-FB71CA866948}"/>
              </a:ext>
            </a:extLst>
          </p:cNvPr>
          <p:cNvSpPr>
            <a:spLocks noGrp="1"/>
          </p:cNvSpPr>
          <p:nvPr>
            <p:ph type="title"/>
          </p:nvPr>
        </p:nvSpPr>
        <p:spPr>
          <a:xfrm>
            <a:off x="766157" y="0"/>
            <a:ext cx="2941320" cy="1325563"/>
          </a:xfrm>
        </p:spPr>
        <p:txBody>
          <a:bodyPr>
            <a:normAutofit/>
          </a:bodyPr>
          <a:lstStyle/>
          <a:p>
            <a:r>
              <a:rPr lang="en-US" sz="5000" b="1" u="sng" dirty="0">
                <a:latin typeface="Times New Roman" panose="02020603050405020304" pitchFamily="18" charset="0"/>
                <a:cs typeface="Times New Roman" panose="02020603050405020304" pitchFamily="18" charset="0"/>
              </a:rPr>
              <a:t>AGENDA</a:t>
            </a:r>
            <a:endParaRPr lang="en-IN" sz="5000" b="1" u="sng"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xmlns="" id="{5F579412-B67D-426F-9C33-03CBFC6C17B0}"/>
              </a:ext>
            </a:extLst>
          </p:cNvPr>
          <p:cNvSpPr txBox="1"/>
          <p:nvPr/>
        </p:nvSpPr>
        <p:spPr>
          <a:xfrm>
            <a:off x="1176029" y="931255"/>
            <a:ext cx="8155511" cy="5170646"/>
          </a:xfrm>
          <a:prstGeom prst="rect">
            <a:avLst/>
          </a:prstGeom>
          <a:noFill/>
        </p:spPr>
        <p:txBody>
          <a:bodyPr wrap="square" rtlCol="0">
            <a:spAutoFit/>
          </a:bodyPr>
          <a:lstStyle/>
          <a:p>
            <a:pPr marL="514350" indent="-514350">
              <a:lnSpc>
                <a:spcPct val="150000"/>
              </a:lnSpc>
              <a:buFont typeface="Times New Roman" panose="02020603050405020304" pitchFamily="18" charset="0"/>
              <a:buChar char="※"/>
            </a:pPr>
            <a:r>
              <a:rPr lang="en-US" sz="2000" dirty="0">
                <a:latin typeface="Times New Roman" panose="02020603050405020304" pitchFamily="18" charset="0"/>
                <a:cs typeface="Times New Roman" panose="02020603050405020304" pitchFamily="18" charset="0"/>
              </a:rPr>
              <a:t>Abstract</a:t>
            </a:r>
          </a:p>
          <a:p>
            <a:pPr marL="514350" indent="-514350">
              <a:lnSpc>
                <a:spcPct val="150000"/>
              </a:lnSpc>
              <a:buFont typeface="Times New Roman" panose="02020603050405020304" pitchFamily="18" charset="0"/>
              <a:buChar char="※"/>
            </a:pPr>
            <a:r>
              <a:rPr lang="en-US" sz="2000" dirty="0">
                <a:latin typeface="Times New Roman" panose="02020603050405020304" pitchFamily="18" charset="0"/>
                <a:cs typeface="Times New Roman" panose="02020603050405020304" pitchFamily="18" charset="0"/>
              </a:rPr>
              <a:t>Introduction</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Problem Identification</a:t>
            </a:r>
          </a:p>
          <a:p>
            <a:pPr marL="514350" indent="-514350">
              <a:lnSpc>
                <a:spcPct val="150000"/>
              </a:lnSpc>
              <a:buFont typeface="Times New Roman" panose="02020603050405020304" pitchFamily="18" charset="0"/>
              <a:buChar char="※"/>
            </a:pPr>
            <a:r>
              <a:rPr lang="en-US" sz="2000" dirty="0" smtClean="0">
                <a:latin typeface="Times New Roman" panose="02020603050405020304" pitchFamily="18" charset="0"/>
                <a:cs typeface="Times New Roman" panose="02020603050405020304" pitchFamily="18" charset="0"/>
              </a:rPr>
              <a:t>Proposed </a:t>
            </a:r>
            <a:r>
              <a:rPr lang="en-US" sz="2000" dirty="0">
                <a:latin typeface="Times New Roman" panose="02020603050405020304" pitchFamily="18" charset="0"/>
                <a:cs typeface="Times New Roman" panose="02020603050405020304" pitchFamily="18" charset="0"/>
              </a:rPr>
              <a:t>System  – Features</a:t>
            </a:r>
          </a:p>
          <a:p>
            <a:pPr marL="514350" indent="-514350">
              <a:lnSpc>
                <a:spcPct val="150000"/>
              </a:lnSpc>
              <a:buFont typeface="Times New Roman" panose="02020603050405020304" pitchFamily="18" charset="0"/>
              <a:buChar char="※"/>
            </a:pPr>
            <a:r>
              <a:rPr lang="en-US" sz="2000" dirty="0" smtClean="0">
                <a:latin typeface="Times New Roman" panose="02020603050405020304" pitchFamily="18" charset="0"/>
                <a:cs typeface="Times New Roman" panose="02020603050405020304" pitchFamily="18" charset="0"/>
              </a:rPr>
              <a:t>System </a:t>
            </a:r>
            <a:r>
              <a:rPr lang="en-US" sz="2000" dirty="0">
                <a:latin typeface="Times New Roman" panose="02020603050405020304" pitchFamily="18" charset="0"/>
                <a:cs typeface="Times New Roman" panose="02020603050405020304" pitchFamily="18" charset="0"/>
              </a:rPr>
              <a:t>Requirement Specifications</a:t>
            </a:r>
          </a:p>
          <a:p>
            <a:pPr marL="514350" indent="-514350">
              <a:lnSpc>
                <a:spcPct val="150000"/>
              </a:lnSpc>
              <a:buFont typeface="Times New Roman" panose="02020603050405020304" pitchFamily="18" charset="0"/>
              <a:buChar char="※"/>
            </a:pPr>
            <a:r>
              <a:rPr lang="en-US" sz="2000" dirty="0">
                <a:latin typeface="Times New Roman" panose="02020603050405020304" pitchFamily="18" charset="0"/>
                <a:cs typeface="Times New Roman" panose="02020603050405020304" pitchFamily="18" charset="0"/>
              </a:rPr>
              <a:t>System Analysis</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System Architecture and Architectural diagram</a:t>
            </a: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Modules Description</a:t>
            </a:r>
          </a:p>
          <a:p>
            <a:pPr>
              <a:lnSpc>
                <a:spcPct val="150000"/>
              </a:lnSpc>
            </a:pP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v"/>
            </a:pPr>
            <a:endParaRPr lang="en-IN" sz="2000" dirty="0">
              <a:latin typeface="Times New Roman" panose="02020603050405020304" pitchFamily="18" charset="0"/>
              <a:cs typeface="Times New Roman" panose="02020603050405020304" pitchFamily="18" charset="0"/>
            </a:endParaRPr>
          </a:p>
        </p:txBody>
      </p:sp>
      <p:grpSp>
        <p:nvGrpSpPr>
          <p:cNvPr id="4" name="Google Shape;2668;p43">
            <a:extLst>
              <a:ext uri="{FF2B5EF4-FFF2-40B4-BE49-F238E27FC236}">
                <a16:creationId xmlns:a16="http://schemas.microsoft.com/office/drawing/2014/main" xmlns="" id="{C239F977-7579-4976-A5D1-85220EA6A21B}"/>
              </a:ext>
            </a:extLst>
          </p:cNvPr>
          <p:cNvGrpSpPr/>
          <p:nvPr/>
        </p:nvGrpSpPr>
        <p:grpSpPr>
          <a:xfrm rot="-5610401">
            <a:off x="8817793" y="1157255"/>
            <a:ext cx="2230005" cy="1889395"/>
            <a:chOff x="1438024" y="366400"/>
            <a:chExt cx="4722575" cy="4396297"/>
          </a:xfrm>
        </p:grpSpPr>
        <p:sp>
          <p:nvSpPr>
            <p:cNvPr id="5" name="Google Shape;2669;p43">
              <a:extLst>
                <a:ext uri="{FF2B5EF4-FFF2-40B4-BE49-F238E27FC236}">
                  <a16:creationId xmlns:a16="http://schemas.microsoft.com/office/drawing/2014/main" xmlns="" id="{CF8E7D51-8BCF-4EA0-A3D8-5F485D5CFE9D}"/>
                </a:ext>
              </a:extLst>
            </p:cNvPr>
            <p:cNvSpPr/>
            <p:nvPr/>
          </p:nvSpPr>
          <p:spPr>
            <a:xfrm>
              <a:off x="1438024" y="366587"/>
              <a:ext cx="4722575" cy="4396110"/>
            </a:xfrm>
            <a:custGeom>
              <a:avLst/>
              <a:gdLst/>
              <a:ahLst/>
              <a:cxnLst/>
              <a:rect l="l" t="t" r="r" b="b"/>
              <a:pathLst>
                <a:path w="24939" h="23215" extrusionOk="0">
                  <a:moveTo>
                    <a:pt x="1718" y="22620"/>
                  </a:moveTo>
                  <a:lnTo>
                    <a:pt x="1718" y="22620"/>
                  </a:lnTo>
                  <a:cubicBezTo>
                    <a:pt x="1735" y="22639"/>
                    <a:pt x="1756" y="22658"/>
                    <a:pt x="1776" y="22676"/>
                  </a:cubicBezTo>
                  <a:cubicBezTo>
                    <a:pt x="1755" y="22659"/>
                    <a:pt x="1735" y="22639"/>
                    <a:pt x="1718" y="22620"/>
                  </a:cubicBezTo>
                  <a:close/>
                  <a:moveTo>
                    <a:pt x="18955" y="0"/>
                  </a:moveTo>
                  <a:cubicBezTo>
                    <a:pt x="18718" y="0"/>
                    <a:pt x="18489" y="152"/>
                    <a:pt x="18418" y="406"/>
                  </a:cubicBezTo>
                  <a:lnTo>
                    <a:pt x="15061" y="12210"/>
                  </a:lnTo>
                  <a:lnTo>
                    <a:pt x="15053" y="12239"/>
                  </a:lnTo>
                  <a:lnTo>
                    <a:pt x="6768" y="6556"/>
                  </a:lnTo>
                  <a:lnTo>
                    <a:pt x="6732" y="2813"/>
                  </a:lnTo>
                  <a:cubicBezTo>
                    <a:pt x="6731" y="2717"/>
                    <a:pt x="6699" y="2627"/>
                    <a:pt x="6645" y="2550"/>
                  </a:cubicBezTo>
                  <a:cubicBezTo>
                    <a:pt x="6611" y="2499"/>
                    <a:pt x="6570" y="2454"/>
                    <a:pt x="6516" y="2419"/>
                  </a:cubicBezTo>
                  <a:lnTo>
                    <a:pt x="5737" y="1912"/>
                  </a:lnTo>
                  <a:cubicBezTo>
                    <a:pt x="5660" y="1862"/>
                    <a:pt x="5576" y="1839"/>
                    <a:pt x="5493" y="1839"/>
                  </a:cubicBezTo>
                  <a:cubicBezTo>
                    <a:pt x="5293" y="1839"/>
                    <a:pt x="5102" y="1973"/>
                    <a:pt x="5051" y="2187"/>
                  </a:cubicBezTo>
                  <a:lnTo>
                    <a:pt x="4386" y="4996"/>
                  </a:lnTo>
                  <a:cubicBezTo>
                    <a:pt x="4386" y="4996"/>
                    <a:pt x="4384" y="4996"/>
                    <a:pt x="4380" y="4996"/>
                  </a:cubicBezTo>
                  <a:cubicBezTo>
                    <a:pt x="4326" y="4996"/>
                    <a:pt x="3910" y="4999"/>
                    <a:pt x="3516" y="5110"/>
                  </a:cubicBezTo>
                  <a:cubicBezTo>
                    <a:pt x="3135" y="5216"/>
                    <a:pt x="2870" y="5550"/>
                    <a:pt x="2850" y="5945"/>
                  </a:cubicBezTo>
                  <a:cubicBezTo>
                    <a:pt x="2827" y="6382"/>
                    <a:pt x="2931" y="6819"/>
                    <a:pt x="2931" y="6819"/>
                  </a:cubicBezTo>
                  <a:lnTo>
                    <a:pt x="340" y="8089"/>
                  </a:lnTo>
                  <a:cubicBezTo>
                    <a:pt x="60" y="8226"/>
                    <a:pt x="1" y="8600"/>
                    <a:pt x="224" y="8816"/>
                  </a:cubicBezTo>
                  <a:lnTo>
                    <a:pt x="891" y="9464"/>
                  </a:lnTo>
                  <a:cubicBezTo>
                    <a:pt x="936" y="9508"/>
                    <a:pt x="989" y="9539"/>
                    <a:pt x="1045" y="9561"/>
                  </a:cubicBezTo>
                  <a:cubicBezTo>
                    <a:pt x="1103" y="9585"/>
                    <a:pt x="1165" y="9598"/>
                    <a:pt x="1228" y="9598"/>
                  </a:cubicBezTo>
                  <a:cubicBezTo>
                    <a:pt x="1259" y="9598"/>
                    <a:pt x="1290" y="9595"/>
                    <a:pt x="1321" y="9588"/>
                  </a:cubicBezTo>
                  <a:lnTo>
                    <a:pt x="4978" y="8795"/>
                  </a:lnTo>
                  <a:lnTo>
                    <a:pt x="12326" y="15628"/>
                  </a:lnTo>
                  <a:lnTo>
                    <a:pt x="1557" y="21514"/>
                  </a:lnTo>
                  <a:cubicBezTo>
                    <a:pt x="1215" y="21703"/>
                    <a:pt x="1165" y="22175"/>
                    <a:pt x="1463" y="22428"/>
                  </a:cubicBezTo>
                  <a:lnTo>
                    <a:pt x="2176" y="23031"/>
                  </a:lnTo>
                  <a:cubicBezTo>
                    <a:pt x="2198" y="23051"/>
                    <a:pt x="2226" y="23063"/>
                    <a:pt x="2251" y="23080"/>
                  </a:cubicBezTo>
                  <a:cubicBezTo>
                    <a:pt x="2383" y="23167"/>
                    <a:pt x="2535" y="23215"/>
                    <a:pt x="2689" y="23215"/>
                  </a:cubicBezTo>
                  <a:cubicBezTo>
                    <a:pt x="2772" y="23215"/>
                    <a:pt x="2856" y="23201"/>
                    <a:pt x="2938" y="23172"/>
                  </a:cubicBezTo>
                  <a:lnTo>
                    <a:pt x="8602" y="21172"/>
                  </a:lnTo>
                  <a:cubicBezTo>
                    <a:pt x="8606" y="21194"/>
                    <a:pt x="8957" y="22055"/>
                    <a:pt x="8957" y="22055"/>
                  </a:cubicBezTo>
                  <a:lnTo>
                    <a:pt x="10076" y="21594"/>
                  </a:lnTo>
                  <a:cubicBezTo>
                    <a:pt x="10076" y="21594"/>
                    <a:pt x="9737" y="20775"/>
                    <a:pt x="9736" y="20772"/>
                  </a:cubicBezTo>
                  <a:lnTo>
                    <a:pt x="12435" y="19819"/>
                  </a:lnTo>
                  <a:cubicBezTo>
                    <a:pt x="12439" y="19843"/>
                    <a:pt x="12790" y="20704"/>
                    <a:pt x="12790" y="20704"/>
                  </a:cubicBezTo>
                  <a:lnTo>
                    <a:pt x="13910" y="20243"/>
                  </a:lnTo>
                  <a:cubicBezTo>
                    <a:pt x="13910" y="20243"/>
                    <a:pt x="13569" y="19422"/>
                    <a:pt x="13568" y="19419"/>
                  </a:cubicBezTo>
                  <a:lnTo>
                    <a:pt x="16118" y="18518"/>
                  </a:lnTo>
                  <a:lnTo>
                    <a:pt x="21310" y="22503"/>
                  </a:lnTo>
                  <a:cubicBezTo>
                    <a:pt x="21785" y="22867"/>
                    <a:pt x="22365" y="23066"/>
                    <a:pt x="22963" y="23074"/>
                  </a:cubicBezTo>
                  <a:lnTo>
                    <a:pt x="23030" y="23074"/>
                  </a:lnTo>
                  <a:cubicBezTo>
                    <a:pt x="23036" y="23074"/>
                    <a:pt x="23041" y="23074"/>
                    <a:pt x="23047" y="23074"/>
                  </a:cubicBezTo>
                  <a:cubicBezTo>
                    <a:pt x="24133" y="23074"/>
                    <a:pt x="24938" y="22057"/>
                    <a:pt x="24685" y="20998"/>
                  </a:cubicBezTo>
                  <a:cubicBezTo>
                    <a:pt x="24537" y="20374"/>
                    <a:pt x="24189" y="19816"/>
                    <a:pt x="23698" y="19407"/>
                  </a:cubicBezTo>
                  <a:lnTo>
                    <a:pt x="18714" y="15267"/>
                  </a:lnTo>
                  <a:lnTo>
                    <a:pt x="19198" y="11132"/>
                  </a:lnTo>
                  <a:lnTo>
                    <a:pt x="20067" y="11278"/>
                  </a:lnTo>
                  <a:lnTo>
                    <a:pt x="20270" y="10084"/>
                  </a:lnTo>
                  <a:cubicBezTo>
                    <a:pt x="20270" y="10084"/>
                    <a:pt x="19359" y="9935"/>
                    <a:pt x="19339" y="9935"/>
                  </a:cubicBezTo>
                  <a:lnTo>
                    <a:pt x="19670" y="7094"/>
                  </a:lnTo>
                  <a:lnTo>
                    <a:pt x="20538" y="7241"/>
                  </a:lnTo>
                  <a:lnTo>
                    <a:pt x="20741" y="6047"/>
                  </a:lnTo>
                  <a:cubicBezTo>
                    <a:pt x="20741" y="6047"/>
                    <a:pt x="19832" y="5898"/>
                    <a:pt x="19812" y="5898"/>
                  </a:cubicBezTo>
                  <a:lnTo>
                    <a:pt x="20340" y="1384"/>
                  </a:lnTo>
                  <a:cubicBezTo>
                    <a:pt x="20368" y="1139"/>
                    <a:pt x="20275" y="902"/>
                    <a:pt x="20099" y="736"/>
                  </a:cubicBezTo>
                  <a:cubicBezTo>
                    <a:pt x="20078" y="715"/>
                    <a:pt x="20058" y="690"/>
                    <a:pt x="20035" y="673"/>
                  </a:cubicBezTo>
                  <a:lnTo>
                    <a:pt x="19289" y="112"/>
                  </a:lnTo>
                  <a:cubicBezTo>
                    <a:pt x="19187" y="36"/>
                    <a:pt x="19070" y="0"/>
                    <a:pt x="189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670;p43">
              <a:extLst>
                <a:ext uri="{FF2B5EF4-FFF2-40B4-BE49-F238E27FC236}">
                  <a16:creationId xmlns:a16="http://schemas.microsoft.com/office/drawing/2014/main" xmlns="" id="{3B845EA7-FC39-4F0C-8D17-6BA263C2E5F8}"/>
                </a:ext>
              </a:extLst>
            </p:cNvPr>
            <p:cNvSpPr/>
            <p:nvPr/>
          </p:nvSpPr>
          <p:spPr>
            <a:xfrm>
              <a:off x="1658447" y="3326383"/>
              <a:ext cx="2831764" cy="1411148"/>
            </a:xfrm>
            <a:custGeom>
              <a:avLst/>
              <a:gdLst/>
              <a:ahLst/>
              <a:cxnLst/>
              <a:rect l="l" t="t" r="r" b="b"/>
              <a:pathLst>
                <a:path w="14954" h="7452" extrusionOk="0">
                  <a:moveTo>
                    <a:pt x="11162" y="0"/>
                  </a:moveTo>
                  <a:lnTo>
                    <a:pt x="10726" y="238"/>
                  </a:lnTo>
                  <a:lnTo>
                    <a:pt x="393" y="5886"/>
                  </a:lnTo>
                  <a:cubicBezTo>
                    <a:pt x="51" y="6074"/>
                    <a:pt x="1" y="6547"/>
                    <a:pt x="299" y="6799"/>
                  </a:cubicBezTo>
                  <a:lnTo>
                    <a:pt x="1012" y="7402"/>
                  </a:lnTo>
                  <a:cubicBezTo>
                    <a:pt x="1034" y="7422"/>
                    <a:pt x="1062" y="7434"/>
                    <a:pt x="1087" y="7451"/>
                  </a:cubicBezTo>
                  <a:lnTo>
                    <a:pt x="612" y="7048"/>
                  </a:lnTo>
                  <a:cubicBezTo>
                    <a:pt x="313" y="6793"/>
                    <a:pt x="361" y="6320"/>
                    <a:pt x="705" y="6133"/>
                  </a:cubicBezTo>
                  <a:lnTo>
                    <a:pt x="11041" y="486"/>
                  </a:lnTo>
                  <a:lnTo>
                    <a:pt x="14365" y="3096"/>
                  </a:lnTo>
                  <a:lnTo>
                    <a:pt x="14954" y="2888"/>
                  </a:lnTo>
                  <a:lnTo>
                    <a:pt x="111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671;p43">
              <a:extLst>
                <a:ext uri="{FF2B5EF4-FFF2-40B4-BE49-F238E27FC236}">
                  <a16:creationId xmlns:a16="http://schemas.microsoft.com/office/drawing/2014/main" xmlns="" id="{FE83EA0B-7F9D-4100-A70A-482CDD9BDDBE}"/>
                </a:ext>
              </a:extLst>
            </p:cNvPr>
            <p:cNvSpPr/>
            <p:nvPr/>
          </p:nvSpPr>
          <p:spPr>
            <a:xfrm>
              <a:off x="4287984" y="366400"/>
              <a:ext cx="955536" cy="2891414"/>
            </a:xfrm>
            <a:custGeom>
              <a:avLst/>
              <a:gdLst/>
              <a:ahLst/>
              <a:cxnLst/>
              <a:rect l="l" t="t" r="r" b="b"/>
              <a:pathLst>
                <a:path w="5046" h="15269" extrusionOk="0">
                  <a:moveTo>
                    <a:pt x="3903" y="0"/>
                  </a:moveTo>
                  <a:cubicBezTo>
                    <a:pt x="3666" y="0"/>
                    <a:pt x="3437" y="152"/>
                    <a:pt x="3365" y="406"/>
                  </a:cubicBezTo>
                  <a:lnTo>
                    <a:pt x="8" y="12210"/>
                  </a:lnTo>
                  <a:lnTo>
                    <a:pt x="0" y="12239"/>
                  </a:lnTo>
                  <a:lnTo>
                    <a:pt x="3663" y="15269"/>
                  </a:lnTo>
                  <a:lnTo>
                    <a:pt x="3740" y="14604"/>
                  </a:lnTo>
                  <a:lnTo>
                    <a:pt x="455" y="11981"/>
                  </a:lnTo>
                  <a:lnTo>
                    <a:pt x="3676" y="654"/>
                  </a:lnTo>
                  <a:cubicBezTo>
                    <a:pt x="3748" y="401"/>
                    <a:pt x="3976" y="249"/>
                    <a:pt x="4214" y="249"/>
                  </a:cubicBezTo>
                  <a:cubicBezTo>
                    <a:pt x="4328" y="249"/>
                    <a:pt x="4445" y="284"/>
                    <a:pt x="4547" y="361"/>
                  </a:cubicBezTo>
                  <a:lnTo>
                    <a:pt x="5046" y="737"/>
                  </a:lnTo>
                  <a:cubicBezTo>
                    <a:pt x="5024" y="716"/>
                    <a:pt x="5006" y="691"/>
                    <a:pt x="4982" y="673"/>
                  </a:cubicBezTo>
                  <a:lnTo>
                    <a:pt x="4235" y="112"/>
                  </a:lnTo>
                  <a:cubicBezTo>
                    <a:pt x="4134" y="36"/>
                    <a:pt x="4017" y="0"/>
                    <a:pt x="39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2672;p43">
              <a:extLst>
                <a:ext uri="{FF2B5EF4-FFF2-40B4-BE49-F238E27FC236}">
                  <a16:creationId xmlns:a16="http://schemas.microsoft.com/office/drawing/2014/main" xmlns="" id="{DD51A14D-B16B-4CE0-A600-017B20FAE2B2}"/>
                </a:ext>
              </a:extLst>
            </p:cNvPr>
            <p:cNvSpPr/>
            <p:nvPr/>
          </p:nvSpPr>
          <p:spPr>
            <a:xfrm>
              <a:off x="5749890" y="4331728"/>
              <a:ext cx="289160" cy="323435"/>
            </a:xfrm>
            <a:custGeom>
              <a:avLst/>
              <a:gdLst/>
              <a:ahLst/>
              <a:cxnLst/>
              <a:rect l="l" t="t" r="r" b="b"/>
              <a:pathLst>
                <a:path w="1527" h="1708" extrusionOk="0">
                  <a:moveTo>
                    <a:pt x="1010" y="0"/>
                  </a:moveTo>
                  <a:cubicBezTo>
                    <a:pt x="979" y="257"/>
                    <a:pt x="892" y="533"/>
                    <a:pt x="694" y="783"/>
                  </a:cubicBezTo>
                  <a:cubicBezTo>
                    <a:pt x="496" y="1031"/>
                    <a:pt x="245" y="1177"/>
                    <a:pt x="1" y="1265"/>
                  </a:cubicBezTo>
                  <a:lnTo>
                    <a:pt x="254" y="1707"/>
                  </a:lnTo>
                  <a:cubicBezTo>
                    <a:pt x="414" y="1691"/>
                    <a:pt x="571" y="1655"/>
                    <a:pt x="720" y="1592"/>
                  </a:cubicBezTo>
                  <a:cubicBezTo>
                    <a:pt x="908" y="1511"/>
                    <a:pt x="1083" y="1372"/>
                    <a:pt x="1221" y="1203"/>
                  </a:cubicBezTo>
                  <a:cubicBezTo>
                    <a:pt x="1382" y="1005"/>
                    <a:pt x="1493" y="764"/>
                    <a:pt x="1515" y="520"/>
                  </a:cubicBezTo>
                  <a:cubicBezTo>
                    <a:pt x="1527" y="398"/>
                    <a:pt x="1517" y="274"/>
                    <a:pt x="1501" y="152"/>
                  </a:cubicBezTo>
                  <a:lnTo>
                    <a:pt x="10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2673;p43">
              <a:extLst>
                <a:ext uri="{FF2B5EF4-FFF2-40B4-BE49-F238E27FC236}">
                  <a16:creationId xmlns:a16="http://schemas.microsoft.com/office/drawing/2014/main" xmlns="" id="{948ACE2B-2859-4518-B624-203CB8C07828}"/>
                </a:ext>
              </a:extLst>
            </p:cNvPr>
            <p:cNvSpPr/>
            <p:nvPr/>
          </p:nvSpPr>
          <p:spPr>
            <a:xfrm>
              <a:off x="5583248" y="4575252"/>
              <a:ext cx="202431" cy="81995"/>
            </a:xfrm>
            <a:custGeom>
              <a:avLst/>
              <a:gdLst/>
              <a:ahLst/>
              <a:cxnLst/>
              <a:rect l="l" t="t" r="r" b="b"/>
              <a:pathLst>
                <a:path w="1069" h="433" extrusionOk="0">
                  <a:moveTo>
                    <a:pt x="821" y="0"/>
                  </a:moveTo>
                  <a:cubicBezTo>
                    <a:pt x="561" y="82"/>
                    <a:pt x="316" y="99"/>
                    <a:pt x="162" y="99"/>
                  </a:cubicBezTo>
                  <a:cubicBezTo>
                    <a:pt x="62" y="99"/>
                    <a:pt x="0" y="92"/>
                    <a:pt x="0" y="92"/>
                  </a:cubicBezTo>
                  <a:lnTo>
                    <a:pt x="0" y="92"/>
                  </a:lnTo>
                  <a:lnTo>
                    <a:pt x="351" y="371"/>
                  </a:lnTo>
                  <a:cubicBezTo>
                    <a:pt x="401" y="412"/>
                    <a:pt x="567" y="408"/>
                    <a:pt x="635" y="416"/>
                  </a:cubicBezTo>
                  <a:cubicBezTo>
                    <a:pt x="731" y="426"/>
                    <a:pt x="829" y="432"/>
                    <a:pt x="925" y="432"/>
                  </a:cubicBezTo>
                  <a:cubicBezTo>
                    <a:pt x="939" y="432"/>
                    <a:pt x="953" y="432"/>
                    <a:pt x="967" y="432"/>
                  </a:cubicBezTo>
                  <a:cubicBezTo>
                    <a:pt x="1001" y="430"/>
                    <a:pt x="1034" y="428"/>
                    <a:pt x="1069" y="424"/>
                  </a:cubicBezTo>
                  <a:lnTo>
                    <a:pt x="82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2674;p43">
              <a:extLst>
                <a:ext uri="{FF2B5EF4-FFF2-40B4-BE49-F238E27FC236}">
                  <a16:creationId xmlns:a16="http://schemas.microsoft.com/office/drawing/2014/main" xmlns="" id="{E02E7D7D-1D8F-45F5-8617-79F47F2733CB}"/>
                </a:ext>
              </a:extLst>
            </p:cNvPr>
            <p:cNvSpPr/>
            <p:nvPr/>
          </p:nvSpPr>
          <p:spPr>
            <a:xfrm>
              <a:off x="5924864" y="4164517"/>
              <a:ext cx="107559" cy="183684"/>
            </a:xfrm>
            <a:custGeom>
              <a:avLst/>
              <a:gdLst/>
              <a:ahLst/>
              <a:cxnLst/>
              <a:rect l="l" t="t" r="r" b="b"/>
              <a:pathLst>
                <a:path w="568" h="970" extrusionOk="0">
                  <a:moveTo>
                    <a:pt x="0" y="0"/>
                  </a:moveTo>
                  <a:cubicBezTo>
                    <a:pt x="0" y="0"/>
                    <a:pt x="131" y="370"/>
                    <a:pt x="94" y="821"/>
                  </a:cubicBezTo>
                  <a:lnTo>
                    <a:pt x="568" y="970"/>
                  </a:lnTo>
                  <a:cubicBezTo>
                    <a:pt x="527" y="732"/>
                    <a:pt x="449" y="497"/>
                    <a:pt x="351" y="280"/>
                  </a:cubicBez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675;p43">
              <a:extLst>
                <a:ext uri="{FF2B5EF4-FFF2-40B4-BE49-F238E27FC236}">
                  <a16:creationId xmlns:a16="http://schemas.microsoft.com/office/drawing/2014/main" xmlns="" id="{465D932E-1096-4C31-BB05-3F496634F9A9}"/>
                </a:ext>
              </a:extLst>
            </p:cNvPr>
            <p:cNvSpPr/>
            <p:nvPr/>
          </p:nvSpPr>
          <p:spPr>
            <a:xfrm>
              <a:off x="1438404" y="714455"/>
              <a:ext cx="1282001" cy="1463223"/>
            </a:xfrm>
            <a:custGeom>
              <a:avLst/>
              <a:gdLst/>
              <a:ahLst/>
              <a:cxnLst/>
              <a:rect l="l" t="t" r="r" b="b"/>
              <a:pathLst>
                <a:path w="6770" h="7727" extrusionOk="0">
                  <a:moveTo>
                    <a:pt x="5494" y="1"/>
                  </a:moveTo>
                  <a:cubicBezTo>
                    <a:pt x="5295" y="1"/>
                    <a:pt x="5104" y="135"/>
                    <a:pt x="5054" y="349"/>
                  </a:cubicBezTo>
                  <a:lnTo>
                    <a:pt x="4468" y="2820"/>
                  </a:lnTo>
                  <a:lnTo>
                    <a:pt x="4388" y="3159"/>
                  </a:lnTo>
                  <a:cubicBezTo>
                    <a:pt x="4388" y="3159"/>
                    <a:pt x="4386" y="3159"/>
                    <a:pt x="4382" y="3159"/>
                  </a:cubicBezTo>
                  <a:cubicBezTo>
                    <a:pt x="4328" y="3159"/>
                    <a:pt x="3912" y="3162"/>
                    <a:pt x="3518" y="3273"/>
                  </a:cubicBezTo>
                  <a:cubicBezTo>
                    <a:pt x="3136" y="3379"/>
                    <a:pt x="2872" y="3713"/>
                    <a:pt x="2852" y="4108"/>
                  </a:cubicBezTo>
                  <a:cubicBezTo>
                    <a:pt x="2829" y="4546"/>
                    <a:pt x="2933" y="4982"/>
                    <a:pt x="2933" y="4982"/>
                  </a:cubicBezTo>
                  <a:lnTo>
                    <a:pt x="2621" y="5136"/>
                  </a:lnTo>
                  <a:lnTo>
                    <a:pt x="341" y="6253"/>
                  </a:lnTo>
                  <a:cubicBezTo>
                    <a:pt x="60" y="6391"/>
                    <a:pt x="1" y="6764"/>
                    <a:pt x="225" y="6981"/>
                  </a:cubicBezTo>
                  <a:lnTo>
                    <a:pt x="891" y="7628"/>
                  </a:lnTo>
                  <a:cubicBezTo>
                    <a:pt x="937" y="7673"/>
                    <a:pt x="990" y="7703"/>
                    <a:pt x="1046" y="7727"/>
                  </a:cubicBezTo>
                  <a:lnTo>
                    <a:pt x="535" y="7231"/>
                  </a:lnTo>
                  <a:cubicBezTo>
                    <a:pt x="311" y="7013"/>
                    <a:pt x="372" y="6640"/>
                    <a:pt x="651" y="6502"/>
                  </a:cubicBezTo>
                  <a:lnTo>
                    <a:pt x="2888" y="5407"/>
                  </a:lnTo>
                  <a:lnTo>
                    <a:pt x="4525" y="7060"/>
                  </a:lnTo>
                  <a:lnTo>
                    <a:pt x="4981" y="6961"/>
                  </a:lnTo>
                  <a:lnTo>
                    <a:pt x="3208" y="5248"/>
                  </a:lnTo>
                  <a:lnTo>
                    <a:pt x="3244" y="5229"/>
                  </a:lnTo>
                  <a:cubicBezTo>
                    <a:pt x="3244" y="5229"/>
                    <a:pt x="3141" y="4794"/>
                    <a:pt x="3162" y="4355"/>
                  </a:cubicBezTo>
                  <a:cubicBezTo>
                    <a:pt x="3182" y="3961"/>
                    <a:pt x="3449" y="3628"/>
                    <a:pt x="3828" y="3521"/>
                  </a:cubicBezTo>
                  <a:cubicBezTo>
                    <a:pt x="4230" y="3409"/>
                    <a:pt x="4653" y="3406"/>
                    <a:pt x="4695" y="3406"/>
                  </a:cubicBezTo>
                  <a:cubicBezTo>
                    <a:pt x="4697" y="3406"/>
                    <a:pt x="4698" y="3406"/>
                    <a:pt x="4698" y="3406"/>
                  </a:cubicBezTo>
                  <a:lnTo>
                    <a:pt x="4708" y="3368"/>
                  </a:lnTo>
                  <a:lnTo>
                    <a:pt x="6769" y="4720"/>
                  </a:lnTo>
                  <a:lnTo>
                    <a:pt x="6765" y="4252"/>
                  </a:lnTo>
                  <a:lnTo>
                    <a:pt x="4791" y="3021"/>
                  </a:lnTo>
                  <a:lnTo>
                    <a:pt x="5365" y="599"/>
                  </a:lnTo>
                  <a:cubicBezTo>
                    <a:pt x="5416" y="384"/>
                    <a:pt x="5606" y="251"/>
                    <a:pt x="5806" y="251"/>
                  </a:cubicBezTo>
                  <a:cubicBezTo>
                    <a:pt x="5889" y="251"/>
                    <a:pt x="5973" y="274"/>
                    <a:pt x="6050" y="324"/>
                  </a:cubicBezTo>
                  <a:lnTo>
                    <a:pt x="6648" y="712"/>
                  </a:lnTo>
                  <a:cubicBezTo>
                    <a:pt x="6613" y="661"/>
                    <a:pt x="6572" y="616"/>
                    <a:pt x="6519" y="581"/>
                  </a:cubicBezTo>
                  <a:lnTo>
                    <a:pt x="5738" y="74"/>
                  </a:lnTo>
                  <a:cubicBezTo>
                    <a:pt x="5662" y="24"/>
                    <a:pt x="5577" y="1"/>
                    <a:pt x="549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mc:Choice xmlns:p14="http://schemas.microsoft.com/office/powerpoint/2010/main" xmlns="" Requires="p14">
      <p:transition spd="slow">
        <p14:revea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609298" y="395216"/>
            <a:ext cx="2973404" cy="901019"/>
          </a:xfrm>
        </p:spPr>
        <p:txBody>
          <a:bodyPr>
            <a:normAutofit/>
          </a:bodyPr>
          <a:lstStyle/>
          <a:p>
            <a:r>
              <a:rPr lang="en-US" sz="4000" b="1" u="sng" dirty="0">
                <a:latin typeface="Times New Roman" panose="02020603050405020304" pitchFamily="18" charset="0"/>
                <a:cs typeface="Times New Roman" panose="02020603050405020304" pitchFamily="18" charset="0"/>
              </a:rPr>
              <a:t>ABSTRACT</a:t>
            </a:r>
            <a:endParaRPr lang="en-US" sz="4000" b="1" u="sng" dirty="0"/>
          </a:p>
        </p:txBody>
      </p:sp>
      <p:sp>
        <p:nvSpPr>
          <p:cNvPr id="6" name="Content Placeholder 5">
            <a:extLst>
              <a:ext uri="{FF2B5EF4-FFF2-40B4-BE49-F238E27FC236}">
                <a16:creationId xmlns:a16="http://schemas.microsoft.com/office/drawing/2014/main" xmlns="" id="{409010C4-5DA5-47A6-AAD9-40C3130CE264}"/>
              </a:ext>
            </a:extLst>
          </p:cNvPr>
          <p:cNvSpPr txBox="1">
            <a:spLocks noGrp="1"/>
          </p:cNvSpPr>
          <p:nvPr>
            <p:ph idx="1"/>
          </p:nvPr>
        </p:nvSpPr>
        <p:spPr>
          <a:xfrm>
            <a:off x="838200" y="1613868"/>
            <a:ext cx="10515600" cy="3724066"/>
          </a:xfrm>
          <a:prstGeom prst="rect">
            <a:avLst/>
          </a:prstGeom>
          <a:noFill/>
        </p:spPr>
        <p:txBody>
          <a:bodyPr wrap="square" rtlCol="0">
            <a:spAutoFit/>
          </a:bodyPr>
          <a:lstStyle/>
          <a:p>
            <a:pPr algn="just">
              <a:buNone/>
            </a:pPr>
            <a:r>
              <a:rPr lang="en-US" sz="2000" dirty="0" smtClean="0"/>
              <a:t>	The </a:t>
            </a:r>
            <a:r>
              <a:rPr lang="en-US" sz="2000" dirty="0" smtClean="0"/>
              <a:t>rapid growth of legal documents such as contracts, statutes, case laws, and regulatory texts has created significant challenges for legal professionals in efficiently analyzing and retrieving relevant information. Traditional keyword-based search systems often fail to provide accurate and context-aware answers. This project presents a Legal Document Analysis and Question Answering System using </a:t>
            </a:r>
            <a:r>
              <a:rPr lang="en-US" sz="2000" dirty="0" smtClean="0"/>
              <a:t>Retrieval-Augmented </a:t>
            </a:r>
            <a:r>
              <a:rPr lang="en-US" sz="2000" dirty="0" smtClean="0"/>
              <a:t>Generation (RAG) framework, which combines advanced information retrieval techniques with large language models (LLMs) to deliver precise, document-grounded responses. The system retrieves relevant legal text from a vector database and generates accurate answers along with references, ensuring reliability, transparency, and reduced hallucinations.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reveal/>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E1E145-90C5-44C5-8951-B7CBDE6D2377}"/>
              </a:ext>
            </a:extLst>
          </p:cNvPr>
          <p:cNvSpPr>
            <a:spLocks noGrp="1"/>
          </p:cNvSpPr>
          <p:nvPr>
            <p:ph type="title"/>
          </p:nvPr>
        </p:nvSpPr>
        <p:spPr>
          <a:xfrm>
            <a:off x="3891814" y="549627"/>
            <a:ext cx="4408371" cy="732508"/>
          </a:xfrm>
        </p:spPr>
        <p:txBody>
          <a:bodyPr>
            <a:normAutofit/>
          </a:bodyPr>
          <a:lstStyle/>
          <a:p>
            <a:r>
              <a:rPr lang="en-US" b="1" u="sng" dirty="0">
                <a:latin typeface="Times New Roman" panose="02020603050405020304" pitchFamily="18" charset="0"/>
                <a:cs typeface="Times New Roman" panose="02020603050405020304" pitchFamily="18" charset="0"/>
              </a:rPr>
              <a:t>INTRODUCTION</a:t>
            </a:r>
            <a:endParaRPr lang="en-IN" b="1" u="sng"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xmlns="" id="{69D4D864-053B-4C7F-98CF-B4E1862A5974}"/>
              </a:ext>
            </a:extLst>
          </p:cNvPr>
          <p:cNvSpPr txBox="1"/>
          <p:nvPr/>
        </p:nvSpPr>
        <p:spPr>
          <a:xfrm>
            <a:off x="812981" y="2297723"/>
            <a:ext cx="10566036" cy="3170099"/>
          </a:xfrm>
          <a:prstGeom prst="rect">
            <a:avLst/>
          </a:prstGeom>
          <a:noFill/>
        </p:spPr>
        <p:txBody>
          <a:bodyPr wrap="square" rtlCol="0">
            <a:spAutoFit/>
          </a:bodyPr>
          <a:lstStyle/>
          <a:p>
            <a:r>
              <a:rPr lang="en-US" sz="2000" dirty="0" smtClean="0"/>
              <a:t>Legal professionals handle vast volumes of unstructured legal text, making document review and analysis time-consuming and prone to errors. Artificial Intelligence (AI), particularly Natural Language Processing (NLP), has emerged as a powerful tool to support legal research and analysis. However, standalone language models may produce inaccurate or unverifiable information. To address these limitations, this project adopts a Retrieval-Augmented Generation (RAG) approach, which grounds the language model’s responses in retrieved legal documents. The proposed system allows users to ask natural language questions and receive accurate, reliable answers strictly derived from the provided legal corpus.</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4034580676"/>
      </p:ext>
    </p:extLst>
  </p:cSld>
  <p:clrMapOvr>
    <a:masterClrMapping/>
  </p:clrMapOvr>
  <mc:AlternateContent xmlns:mc="http://schemas.openxmlformats.org/markup-compatibility/2006">
    <mc:Choice xmlns:p14="http://schemas.microsoft.com/office/powerpoint/2010/main" xmlns="" Requires="p14">
      <p:transition spd="slow">
        <p14:reveal/>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73694" y="479124"/>
            <a:ext cx="7226834" cy="828407"/>
          </a:xfrm>
        </p:spPr>
        <p:txBody>
          <a:bodyPr>
            <a:noAutofit/>
          </a:bodyPr>
          <a:lstStyle/>
          <a:p>
            <a:r>
              <a:rPr lang="en-US" sz="4000" b="1" u="sng" dirty="0">
                <a:latin typeface="Times New Roman" panose="02020603050405020304" pitchFamily="18" charset="0"/>
                <a:cs typeface="Times New Roman" panose="02020603050405020304" pitchFamily="18" charset="0"/>
              </a:rPr>
              <a:t>PROBLEM IDENTIFICATION</a:t>
            </a:r>
            <a:endParaRPr lang="en-US" sz="4000" b="1" u="sng" dirty="0"/>
          </a:p>
        </p:txBody>
      </p:sp>
      <p:sp>
        <p:nvSpPr>
          <p:cNvPr id="3" name="Content Placeholder 2"/>
          <p:cNvSpPr>
            <a:spLocks noGrp="1"/>
          </p:cNvSpPr>
          <p:nvPr>
            <p:ph idx="1"/>
          </p:nvPr>
        </p:nvSpPr>
        <p:spPr>
          <a:xfrm>
            <a:off x="838200" y="1487545"/>
            <a:ext cx="10515600" cy="4781300"/>
          </a:xfrm>
        </p:spPr>
        <p:txBody>
          <a:bodyPr>
            <a:noAutofit/>
          </a:bodyPr>
          <a:lstStyle/>
          <a:p>
            <a:pPr algn="just"/>
            <a:r>
              <a:rPr lang="en-US" sz="2000" dirty="0" smtClean="0"/>
              <a:t>Existing legal search systems primarily depend on keyword-based matching and lack deep contextual understanding of legal language. Additionally, general-purpose AI models may generate hallucinated or incorrect legal information, which is unacceptable in the legal domain. Therefore, there is a critical need for a system that can understand legal terminology and document structure, retrieve relevant legal clauses or sections, and generate accurate, explainable, and traceable answers grounded in authoritative legal sources.</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xmlns="" Requires="p14">
      <p:transition spd="slow">
        <p14:reveal/>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xmlns="">
                  <a14:imgLayer r:embed="rId3">
                    <a14:imgEffect>
                      <a14:sharpenSoften amount="-25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DC8F2E-15BA-466A-A140-D2A33E666F0D}"/>
              </a:ext>
            </a:extLst>
          </p:cNvPr>
          <p:cNvSpPr>
            <a:spLocks noGrp="1"/>
          </p:cNvSpPr>
          <p:nvPr>
            <p:ph type="title"/>
          </p:nvPr>
        </p:nvSpPr>
        <p:spPr>
          <a:xfrm>
            <a:off x="3467100" y="451655"/>
            <a:ext cx="5257800" cy="558511"/>
          </a:xfrm>
        </p:spPr>
        <p:txBody>
          <a:bodyPr>
            <a:noAutofit/>
          </a:bodyPr>
          <a:lstStyle/>
          <a:p>
            <a:r>
              <a:rPr lang="en-US" sz="4000" b="1" u="sng" dirty="0">
                <a:latin typeface="Times New Roman" panose="02020603050405020304" pitchFamily="18" charset="0"/>
                <a:cs typeface="Times New Roman" panose="02020603050405020304" pitchFamily="18" charset="0"/>
              </a:rPr>
              <a:t>PROPOSED SYSTEM</a:t>
            </a:r>
            <a:endParaRPr lang="en-IN" sz="4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D4729547-4586-4C3F-A6F3-B73879B09EB0}"/>
              </a:ext>
            </a:extLst>
          </p:cNvPr>
          <p:cNvSpPr>
            <a:spLocks noGrp="1"/>
          </p:cNvSpPr>
          <p:nvPr>
            <p:ph idx="1"/>
          </p:nvPr>
        </p:nvSpPr>
        <p:spPr>
          <a:xfrm>
            <a:off x="838200" y="1437696"/>
            <a:ext cx="10515600" cy="4824269"/>
          </a:xfrm>
        </p:spPr>
        <p:txBody>
          <a:bodyPr>
            <a:normAutofit fontScale="92500" lnSpcReduction="10000"/>
          </a:bodyPr>
          <a:lstStyle/>
          <a:p>
            <a:r>
              <a:rPr lang="en-US" sz="2000" dirty="0" smtClean="0"/>
              <a:t>The proposed system consists of the following stages:</a:t>
            </a:r>
          </a:p>
          <a:p>
            <a:r>
              <a:rPr lang="en-US" sz="2000" b="1" dirty="0" smtClean="0"/>
              <a:t>Document Ingestion:</a:t>
            </a:r>
            <a:r>
              <a:rPr lang="en-US" sz="2000" dirty="0" smtClean="0"/>
              <a:t> Legal documents are uploaded into the system and processed for analysis.</a:t>
            </a:r>
          </a:p>
          <a:p>
            <a:r>
              <a:rPr lang="en-US" sz="2000" b="1" dirty="0" smtClean="0"/>
              <a:t>Text Preprocessing and Chunking:</a:t>
            </a:r>
            <a:r>
              <a:rPr lang="en-US" sz="2000" dirty="0" smtClean="0"/>
              <a:t> The documents are cleaned and divided into meaningful chunks, such as clauses or sections, to preserve legal context.</a:t>
            </a:r>
          </a:p>
          <a:p>
            <a:r>
              <a:rPr lang="en-US" sz="2000" b="1" dirty="0" smtClean="0"/>
              <a:t>Embedding Generation:</a:t>
            </a:r>
            <a:r>
              <a:rPr lang="en-US" sz="2000" dirty="0" smtClean="0"/>
              <a:t> Each text chunk is transformed into vector embeddings using a transformer-based language model.</a:t>
            </a:r>
          </a:p>
          <a:p>
            <a:r>
              <a:rPr lang="en-US" sz="2000" b="1" dirty="0" smtClean="0"/>
              <a:t>Vector Database Storage:</a:t>
            </a:r>
            <a:r>
              <a:rPr lang="en-US" sz="2000" dirty="0" smtClean="0"/>
              <a:t> The generated embeddings are stored in a vector database to enable efficient similarity-based retrieval.</a:t>
            </a:r>
          </a:p>
          <a:p>
            <a:r>
              <a:rPr lang="en-US" sz="2000" b="1" dirty="0" smtClean="0"/>
              <a:t>Retrieval Module:</a:t>
            </a:r>
            <a:r>
              <a:rPr lang="en-US" sz="2000" dirty="0" smtClean="0"/>
              <a:t> Based on the user’s query, the system retrieves the most relevant document chunks from the vector database.</a:t>
            </a:r>
          </a:p>
          <a:p>
            <a:r>
              <a:rPr lang="en-US" sz="2000" b="1" dirty="0" smtClean="0"/>
              <a:t>Answer Generation:</a:t>
            </a:r>
            <a:r>
              <a:rPr lang="en-US" sz="2000" dirty="0" smtClean="0"/>
              <a:t> A large language model (LLM) generates accurate answers using the retrieved contextual information.</a:t>
            </a:r>
          </a:p>
          <a:p>
            <a:r>
              <a:rPr lang="en-US" sz="2000" b="1" dirty="0" smtClean="0"/>
              <a:t>User Interface:</a:t>
            </a:r>
            <a:r>
              <a:rPr lang="en-US" sz="2000" dirty="0" smtClean="0"/>
              <a:t> Users interact with the system through a simple and intuitive web-based interface.</a:t>
            </a:r>
          </a:p>
          <a:p>
            <a:pPr algn="just">
              <a:lnSpc>
                <a:spcPct val="150000"/>
              </a:lnSpc>
            </a:pPr>
            <a:endParaRPr lang="en-IN"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908215114"/>
      </p:ext>
    </p:extLst>
  </p:cSld>
  <p:clrMapOvr>
    <a:masterClrMapping/>
  </p:clrMapOvr>
  <mc:AlternateContent xmlns:mc="http://schemas.openxmlformats.org/markup-compatibility/2006">
    <mc:Choice xmlns:p14="http://schemas.microsoft.com/office/powerpoint/2010/main" xmlns="" Requires="p14">
      <p:transition spd="slow">
        <p14:reveal/>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BEBA8EAE-BF5A-486C-A8C5-ECC9F3942E4B}">
                <a14:imgProps xmlns:a14="http://schemas.microsoft.com/office/drawing/2010/main" xmlns="">
                  <a14:imgLayer r:embed="rId4">
                    <a14:imgEffect>
                      <a14:sharpenSoften amount="-25000"/>
                    </a14:imgEffect>
                  </a14:imgLayer>
                </a14:imgProps>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430440-2415-4C5C-A62F-286F875D8E4E}"/>
              </a:ext>
            </a:extLst>
          </p:cNvPr>
          <p:cNvSpPr>
            <a:spLocks noGrp="1"/>
          </p:cNvSpPr>
          <p:nvPr>
            <p:ph type="title"/>
          </p:nvPr>
        </p:nvSpPr>
        <p:spPr>
          <a:xfrm>
            <a:off x="145119" y="415366"/>
            <a:ext cx="12346005" cy="886159"/>
          </a:xfrm>
        </p:spPr>
        <p:txBody>
          <a:bodyPr>
            <a:noAutofit/>
          </a:bodyPr>
          <a:lstStyle/>
          <a:p>
            <a:r>
              <a:rPr lang="en-US" sz="4000" dirty="0" smtClean="0"/>
              <a:t>Technologies Used</a:t>
            </a:r>
            <a:endParaRPr lang="en-IN" sz="4000" b="1" u="s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57D48A19-7875-4F09-A5F8-0A3EC69575CB}"/>
              </a:ext>
            </a:extLst>
          </p:cNvPr>
          <p:cNvSpPr>
            <a:spLocks noGrp="1"/>
          </p:cNvSpPr>
          <p:nvPr>
            <p:ph idx="1"/>
          </p:nvPr>
        </p:nvSpPr>
        <p:spPr>
          <a:xfrm>
            <a:off x="666934" y="1818223"/>
            <a:ext cx="10621433" cy="4929088"/>
          </a:xfrm>
        </p:spPr>
        <p:txBody>
          <a:bodyPr>
            <a:noAutofit/>
          </a:bodyPr>
          <a:lstStyle/>
          <a:p>
            <a:r>
              <a:rPr lang="en-US" sz="2400" b="1" dirty="0" smtClean="0"/>
              <a:t>Programming Language: Python</a:t>
            </a:r>
          </a:p>
          <a:p>
            <a:r>
              <a:rPr lang="en-US" sz="2400" b="1" dirty="0" smtClean="0"/>
              <a:t>Frameworks: </a:t>
            </a:r>
            <a:r>
              <a:rPr lang="en-US" sz="2400" b="1" dirty="0" err="1" smtClean="0"/>
              <a:t>LangChain</a:t>
            </a:r>
            <a:r>
              <a:rPr lang="en-US" sz="2400" b="1" dirty="0" smtClean="0"/>
              <a:t> / </a:t>
            </a:r>
            <a:r>
              <a:rPr lang="en-US" sz="2400" b="1" dirty="0" err="1" smtClean="0"/>
              <a:t>LlamaIndex</a:t>
            </a:r>
            <a:endParaRPr lang="en-US" sz="2400" b="1" dirty="0" smtClean="0"/>
          </a:p>
          <a:p>
            <a:r>
              <a:rPr lang="en-US" sz="2400" b="1" dirty="0" smtClean="0"/>
              <a:t>Embedding Models: </a:t>
            </a:r>
            <a:r>
              <a:rPr lang="en-US" sz="2400" b="1" dirty="0" err="1" smtClean="0"/>
              <a:t>OpenAI</a:t>
            </a:r>
            <a:r>
              <a:rPr lang="en-US" sz="2400" b="1" dirty="0" smtClean="0"/>
              <a:t> Embeddings / Sentence Transformers</a:t>
            </a:r>
          </a:p>
          <a:p>
            <a:r>
              <a:rPr lang="en-US" sz="2400" b="1" dirty="0" smtClean="0"/>
              <a:t>Vector Database: FAISS / </a:t>
            </a:r>
            <a:r>
              <a:rPr lang="en-US" sz="2400" b="1" dirty="0" err="1" smtClean="0"/>
              <a:t>ChromaDB</a:t>
            </a:r>
            <a:endParaRPr lang="en-US" sz="2400" b="1" dirty="0" smtClean="0"/>
          </a:p>
          <a:p>
            <a:r>
              <a:rPr lang="en-US" sz="2400" b="1" dirty="0" smtClean="0"/>
              <a:t>LLM: GPT-based or open-source LLMs</a:t>
            </a:r>
          </a:p>
          <a:p>
            <a:r>
              <a:rPr lang="en-US" sz="2400" b="1" dirty="0" smtClean="0"/>
              <a:t>Backend: </a:t>
            </a:r>
            <a:r>
              <a:rPr lang="en-US" sz="2400" b="1" dirty="0" err="1" smtClean="0"/>
              <a:t>FastAPI</a:t>
            </a:r>
            <a:endParaRPr lang="en-US" sz="2400" b="1" dirty="0" smtClean="0"/>
          </a:p>
          <a:p>
            <a:r>
              <a:rPr lang="en-US" sz="2400" b="1" dirty="0" smtClean="0"/>
              <a:t>Frontend: </a:t>
            </a:r>
            <a:r>
              <a:rPr lang="en-US" sz="2400" b="1" dirty="0" err="1" smtClean="0"/>
              <a:t>Streamlit</a:t>
            </a:r>
            <a:r>
              <a:rPr lang="en-US" sz="2400" b="1" dirty="0" smtClean="0"/>
              <a:t> / React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1581784725"/>
      </p:ext>
    </p:extLst>
  </p:cSld>
  <p:clrMapOvr>
    <a:masterClrMapping/>
  </p:clrMapOvr>
  <mc:AlternateContent xmlns:mc="http://schemas.openxmlformats.org/markup-compatibility/2006">
    <mc:Choice xmlns:p14="http://schemas.microsoft.com/office/powerpoint/2010/main" xmlns="" Requires="p14">
      <p:transition spd="slow">
        <p14:reveal/>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7C3F163-7812-4487-B3F2-C2F471DE09FB}"/>
              </a:ext>
            </a:extLst>
          </p:cNvPr>
          <p:cNvSpPr>
            <a:spLocks noGrp="1"/>
          </p:cNvSpPr>
          <p:nvPr>
            <p:ph idx="4294967295"/>
          </p:nvPr>
        </p:nvSpPr>
        <p:spPr>
          <a:xfrm>
            <a:off x="3263900" y="2609850"/>
            <a:ext cx="5664200" cy="819150"/>
          </a:xfrm>
        </p:spPr>
        <p:txBody>
          <a:bodyPr>
            <a:noAutofit/>
          </a:bodyPr>
          <a:lstStyle/>
          <a:p>
            <a:pPr marL="0" indent="0">
              <a:buNone/>
            </a:pPr>
            <a:r>
              <a:rPr lang="en-US" sz="8000" b="1" dirty="0">
                <a:latin typeface="Algerian" panose="04020705040A02060702" pitchFamily="82" charset="0"/>
                <a:cs typeface="Times New Roman" panose="02020603050405020304" pitchFamily="18" charset="0"/>
              </a:rPr>
              <a:t>THANK YOU</a:t>
            </a:r>
            <a:endParaRPr lang="en-IN" sz="8000" b="1" dirty="0">
              <a:latin typeface="Algerian" panose="04020705040A02060702" pitchFamily="82" charset="0"/>
              <a:cs typeface="Times New Roman" panose="02020603050405020304" pitchFamily="18" charset="0"/>
            </a:endParaRPr>
          </a:p>
        </p:txBody>
      </p:sp>
    </p:spTree>
    <p:extLst>
      <p:ext uri="{BB962C8B-B14F-4D97-AF65-F5344CB8AC3E}">
        <p14:creationId xmlns:p14="http://schemas.microsoft.com/office/powerpoint/2010/main" xmlns="" val="2642417030"/>
      </p:ext>
    </p:extLst>
  </p:cSld>
  <p:clrMapOvr>
    <a:masterClrMapping/>
  </p:clrMapOvr>
  <mc:AlternateContent xmlns:mc="http://schemas.openxmlformats.org/markup-compatibility/2006">
    <mc:Choice xmlns:p14="http://schemas.microsoft.com/office/powerpoint/2010/main" xmlns="" Requires="p14">
      <p:transition spd="slow">
        <p14:reveal/>
      </p:transition>
    </mc:Choice>
    <mc:Fallback>
      <p:transition spd="slow">
        <p:fade/>
      </p:transition>
    </mc:Fallback>
  </mc:AlternateContent>
</p:sld>
</file>

<file path=ppt/theme/theme1.xml><?xml version="1.0" encoding="utf-8"?>
<a:theme xmlns:a="http://schemas.openxmlformats.org/drawingml/2006/main" name="Travel Itinerary Blog Social Media Strategy by Slidesgo">
  <a:themeElements>
    <a:clrScheme name="Simple Light">
      <a:dk1>
        <a:srgbClr val="692300"/>
      </a:dk1>
      <a:lt1>
        <a:srgbClr val="963500"/>
      </a:lt1>
      <a:dk2>
        <a:srgbClr val="F44D00"/>
      </a:dk2>
      <a:lt2>
        <a:srgbClr val="FFA724"/>
      </a:lt2>
      <a:accent1>
        <a:srgbClr val="00CB9D"/>
      </a:accent1>
      <a:accent2>
        <a:srgbClr val="BBB2A0"/>
      </a:accent2>
      <a:accent3>
        <a:srgbClr val="FFE8C3"/>
      </a:accent3>
      <a:accent4>
        <a:srgbClr val="FFF2DF"/>
      </a:accent4>
      <a:accent5>
        <a:srgbClr val="FFFFFF"/>
      </a:accent5>
      <a:accent6>
        <a:srgbClr val="FFFFFF"/>
      </a:accent6>
      <a:hlink>
        <a:srgbClr val="6923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Travel Itinerary Blog Social Media Strategy by Slidesgo</Template>
  <TotalTime>45743351</TotalTime>
  <Words>534</Words>
  <Application>Microsoft Office PowerPoint</Application>
  <PresentationFormat>Custom</PresentationFormat>
  <Paragraphs>79</Paragraphs>
  <Slides>8</Slides>
  <Notes>1</Notes>
  <HiddenSlides>0</HiddenSlides>
  <MMClips>0</MMClips>
  <ScaleCrop>false</ScaleCrop>
  <HeadingPairs>
    <vt:vector size="4" baseType="variant">
      <vt:variant>
        <vt:lpstr>Theme</vt:lpstr>
      </vt:variant>
      <vt:variant>
        <vt:i4>2</vt:i4>
      </vt:variant>
      <vt:variant>
        <vt:lpstr>Slide Titles</vt:lpstr>
      </vt:variant>
      <vt:variant>
        <vt:i4>8</vt:i4>
      </vt:variant>
    </vt:vector>
  </HeadingPairs>
  <TitlesOfParts>
    <vt:vector size="10" baseType="lpstr">
      <vt:lpstr>Travel Itinerary Blog Social Media Strategy by Slidesgo</vt:lpstr>
      <vt:lpstr>Slidesgo Final Pages</vt:lpstr>
      <vt:lpstr>Slide 1</vt:lpstr>
      <vt:lpstr>AGENDA</vt:lpstr>
      <vt:lpstr>ABSTRACT</vt:lpstr>
      <vt:lpstr>INTRODUCTION</vt:lpstr>
      <vt:lpstr>PROBLEM IDENTIFICATION</vt:lpstr>
      <vt:lpstr>PROPOSED SYSTEM</vt:lpstr>
      <vt:lpstr>Technologies Used</vt:lpstr>
      <vt:lpstr>Slide 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PRASADREDDY</dc:creator>
  <cp:lastModifiedBy>Windows User</cp:lastModifiedBy>
  <cp:revision>349</cp:revision>
  <dcterms:created xsi:type="dcterms:W3CDTF">2023-01-18T05:23:58Z</dcterms:created>
  <dcterms:modified xsi:type="dcterms:W3CDTF">2026-01-30T02:57:01Z</dcterms:modified>
</cp:coreProperties>
</file>